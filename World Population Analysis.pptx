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ppt/slideLayouts/slideLayout24.xml" ContentType="application/vnd.openxmlformats-officedocument.presentationml.slideLayout+xml"/>
  <Override PartName="/ppt/theme/theme24.xml" ContentType="application/vnd.openxmlformats-officedocument.theme+xml"/>
  <Override PartName="/ppt/theme/theme2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6" r:id="rId14"/>
    <p:sldMasterId id="2147483678" r:id="rId15"/>
    <p:sldMasterId id="2147483680" r:id="rId16"/>
    <p:sldMasterId id="2147483682" r:id="rId17"/>
    <p:sldMasterId id="2147483684" r:id="rId18"/>
    <p:sldMasterId id="2147483686" r:id="rId19"/>
    <p:sldMasterId id="2147483688" r:id="rId20"/>
    <p:sldMasterId id="2147483690" r:id="rId21"/>
    <p:sldMasterId id="2147483692" r:id="rId22"/>
    <p:sldMasterId id="2147483694" r:id="rId23"/>
    <p:sldMasterId id="2147483696" r:id="rId24"/>
  </p:sldMasterIdLst>
  <p:notesMasterIdLst>
    <p:notesMasterId r:id="rId41"/>
  </p:notesMasterIdLst>
  <p:sldIdLst>
    <p:sldId id="256" r:id="rId25"/>
    <p:sldId id="257" r:id="rId26"/>
    <p:sldId id="259" r:id="rId27"/>
    <p:sldId id="258" r:id="rId28"/>
    <p:sldId id="269" r:id="rId29"/>
    <p:sldId id="270" r:id="rId30"/>
    <p:sldId id="271" r:id="rId31"/>
    <p:sldId id="262" r:id="rId32"/>
    <p:sldId id="277" r:id="rId33"/>
    <p:sldId id="272" r:id="rId34"/>
    <p:sldId id="273" r:id="rId35"/>
    <p:sldId id="274" r:id="rId36"/>
    <p:sldId id="275" r:id="rId37"/>
    <p:sldId id="276" r:id="rId38"/>
    <p:sldId id="266" r:id="rId39"/>
    <p:sldId id="268" r:id="rId4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2.xml"/><Relationship Id="rId39" Type="http://schemas.openxmlformats.org/officeDocument/2006/relationships/slide" Target="slides/slide15.xml"/><Relationship Id="rId21" Type="http://schemas.openxmlformats.org/officeDocument/2006/relationships/slideMaster" Target="slideMasters/slideMaster21.xml"/><Relationship Id="rId34" Type="http://schemas.openxmlformats.org/officeDocument/2006/relationships/slide" Target="slides/slide10.xml"/><Relationship Id="rId42"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5.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8.xml"/><Relationship Id="rId37" Type="http://schemas.openxmlformats.org/officeDocument/2006/relationships/slide" Target="slides/slide13.xml"/><Relationship Id="rId40" Type="http://schemas.openxmlformats.org/officeDocument/2006/relationships/slide" Target="slides/slide16.xml"/><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4.xml"/><Relationship Id="rId36" Type="http://schemas.openxmlformats.org/officeDocument/2006/relationships/slide" Target="slides/slide12.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7.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 Target="slides/slide3.xml"/><Relationship Id="rId30" Type="http://schemas.openxmlformats.org/officeDocument/2006/relationships/slide" Target="slides/slide6.xml"/><Relationship Id="rId35" Type="http://schemas.openxmlformats.org/officeDocument/2006/relationships/slide" Target="slides/slide11.xml"/><Relationship Id="rId43"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1.xml"/><Relationship Id="rId33" Type="http://schemas.openxmlformats.org/officeDocument/2006/relationships/slide" Target="slides/slide9.xml"/><Relationship Id="rId38" Type="http://schemas.openxmlformats.org/officeDocument/2006/relationships/slide" Target="slides/slide14.xml"/><Relationship Id="rId20" Type="http://schemas.openxmlformats.org/officeDocument/2006/relationships/slideMaster" Target="slideMasters/slideMaster20.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C19B8D-181E-4D03-932F-0663F6865DEA}" type="datetimeFigureOut">
              <a:rPr lang="en-IN" smtClean="0"/>
              <a:t>30-04-2025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FD3601-5ABB-4F30-B25A-8B1E58F30458}" type="slidenum">
              <a:rPr lang="en-IN" smtClean="0"/>
              <a:t>‹#›</a:t>
            </a:fld>
            <a:endParaRPr lang="en-IN"/>
          </a:p>
        </p:txBody>
      </p:sp>
    </p:spTree>
    <p:extLst>
      <p:ext uri="{BB962C8B-B14F-4D97-AF65-F5344CB8AC3E}">
        <p14:creationId xmlns:p14="http://schemas.microsoft.com/office/powerpoint/2010/main" val="3521091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3FD3601-5ABB-4F30-B25A-8B1E58F30458}" type="slidenum">
              <a:rPr lang="en-IN" smtClean="0"/>
              <a:t>2</a:t>
            </a:fld>
            <a:endParaRPr lang="en-IN"/>
          </a:p>
        </p:txBody>
      </p:sp>
    </p:spTree>
    <p:extLst>
      <p:ext uri="{BB962C8B-B14F-4D97-AF65-F5344CB8AC3E}">
        <p14:creationId xmlns:p14="http://schemas.microsoft.com/office/powerpoint/2010/main" val="37576493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5" name="PlaceHolder 1"/>
          <p:cNvSpPr>
            <a:spLocks noGrp="1"/>
          </p:cNvSpPr>
          <p:nvPr>
            <p:ph type="title"/>
          </p:nvPr>
        </p:nvSpPr>
        <p:spPr>
          <a:xfrm>
            <a:off x="2347920" y="603000"/>
            <a:ext cx="4447800" cy="91944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6"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TITLE_ONLY_1">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LE_ONLY_3">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2">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ONE_COLUMN_TEXT_1">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2">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2">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_1_1_1_1_1">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_1_1_1_1_1_1_1_1">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57" name="PlaceHolder 1"/>
          <p:cNvSpPr>
            <a:spLocks noGrp="1"/>
          </p:cNvSpPr>
          <p:nvPr>
            <p:ph type="title"/>
          </p:nvPr>
        </p:nvSpPr>
        <p:spPr>
          <a:xfrm>
            <a:off x="2347920" y="603000"/>
            <a:ext cx="4447800" cy="91944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58"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61" name="PlaceHolder 1"/>
          <p:cNvSpPr>
            <a:spLocks noGrp="1"/>
          </p:cNvSpPr>
          <p:nvPr>
            <p:ph type="title"/>
          </p:nvPr>
        </p:nvSpPr>
        <p:spPr>
          <a:xfrm>
            <a:off x="2347920" y="603000"/>
            <a:ext cx="4447800" cy="91944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62"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63"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67" name="PlaceHolder 1"/>
          <p:cNvSpPr>
            <a:spLocks noGrp="1"/>
          </p:cNvSpPr>
          <p:nvPr>
            <p:ph type="title"/>
          </p:nvPr>
        </p:nvSpPr>
        <p:spPr>
          <a:xfrm>
            <a:off x="2347920" y="603000"/>
            <a:ext cx="4447800" cy="91944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8.xm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4.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2.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4.xml"/><Relationship Id="rId1" Type="http://schemas.openxmlformats.org/officeDocument/2006/relationships/slideLayout" Target="../slideLayouts/slideLayout14.xml"/><Relationship Id="rId4" Type="http://schemas.openxmlformats.org/officeDocument/2006/relationships/image" Target="../media/image2.png"/></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8.xml"/><Relationship Id="rId1" Type="http://schemas.openxmlformats.org/officeDocument/2006/relationships/slideLayout" Target="../slideLayouts/slideLayout18.xml"/><Relationship Id="rId4" Type="http://schemas.openxmlformats.org/officeDocument/2006/relationships/image" Target="../media/image8.png"/></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9.xml"/><Relationship Id="rId1" Type="http://schemas.openxmlformats.org/officeDocument/2006/relationships/slideLayout" Target="../slideLayouts/slideLayout19.xml"/><Relationship Id="rId5" Type="http://schemas.openxmlformats.org/officeDocument/2006/relationships/image" Target="../media/image5.png"/><Relationship Id="rId4" Type="http://schemas.openxmlformats.org/officeDocument/2006/relationships/image" Target="../media/image4.png"/></Relationships>
</file>

<file path=ppt/slideMasters/_rels/slideMaster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0.xml"/><Relationship Id="rId1" Type="http://schemas.openxmlformats.org/officeDocument/2006/relationships/slideLayout" Target="../slideLayouts/slideLayout20.xml"/><Relationship Id="rId4" Type="http://schemas.openxmlformats.org/officeDocument/2006/relationships/image" Target="../media/image2.png"/></Relationships>
</file>

<file path=ppt/slideMasters/_rels/slideMaster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1.xml"/><Relationship Id="rId1" Type="http://schemas.openxmlformats.org/officeDocument/2006/relationships/slideLayout" Target="../slideLayouts/slideLayout21.xml"/><Relationship Id="rId5" Type="http://schemas.openxmlformats.org/officeDocument/2006/relationships/image" Target="../media/image10.png"/><Relationship Id="rId4" Type="http://schemas.openxmlformats.org/officeDocument/2006/relationships/image" Target="../media/image9.png"/></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3.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5" name="Google Shape;9;p2"/>
          <p:cNvPicPr/>
          <p:nvPr/>
        </p:nvPicPr>
        <p:blipFill>
          <a:blip r:embed="rId3">
            <a:alphaModFix amt="20000"/>
          </a:blip>
          <a:stretch/>
        </p:blipFill>
        <p:spPr>
          <a:xfrm>
            <a:off x="0" y="0"/>
            <a:ext cx="9143640" cy="5143320"/>
          </a:xfrm>
          <a:prstGeom prst="rect">
            <a:avLst/>
          </a:prstGeom>
          <a:ln w="0">
            <a:noFill/>
          </a:ln>
        </p:spPr>
      </p:pic>
      <p:sp>
        <p:nvSpPr>
          <p:cNvPr id="6" name="PlaceHolder 1"/>
          <p:cNvSpPr>
            <a:spLocks noGrp="1"/>
          </p:cNvSpPr>
          <p:nvPr>
            <p:ph type="title"/>
          </p:nvPr>
        </p:nvSpPr>
        <p:spPr>
          <a:xfrm>
            <a:off x="339480" y="845280"/>
            <a:ext cx="5029200" cy="2223720"/>
          </a:xfrm>
          <a:prstGeom prst="rect">
            <a:avLst/>
          </a:prstGeom>
          <a:noFill/>
          <a:ln w="0">
            <a:noFill/>
          </a:ln>
        </p:spPr>
        <p:txBody>
          <a:bodyPr lIns="91440" tIns="91440" rIns="91440" bIns="91440" anchor="b">
            <a:noAutofit/>
          </a:bodyPr>
          <a:lstStyle/>
          <a:p>
            <a:pPr indent="0">
              <a:buNone/>
            </a:pPr>
            <a:r>
              <a:rPr lang="fr-FR" sz="6000" b="0" strike="noStrike" spc="-1">
                <a:solidFill>
                  <a:schemeClr val="dk1"/>
                </a:solidFill>
                <a:latin typeface="Arial"/>
              </a:rPr>
              <a:t>Click to edit the title text format</a:t>
            </a:r>
          </a:p>
        </p:txBody>
      </p:sp>
      <p:sp>
        <p:nvSpPr>
          <p:cNvPr id="2" name="PlaceHolder 2"/>
          <p:cNvSpPr>
            <a:spLocks noGrp="1"/>
          </p:cNvSpPr>
          <p:nvPr>
            <p:ph type="body"/>
          </p:nvPr>
        </p:nvSpPr>
        <p:spPr>
          <a:xfrm>
            <a:off x="5547240" y="1433880"/>
            <a:ext cx="2818800" cy="2818800"/>
          </a:xfrm>
          <a:prstGeom prst="rect">
            <a:avLst/>
          </a:prstGeom>
          <a:noFill/>
          <a:ln w="19080">
            <a:solidFill>
              <a:schemeClr val="dk2"/>
            </a:solidFill>
            <a:round/>
          </a:ln>
        </p:spPr>
        <p:txBody>
          <a:bodyPr lIns="90000" tIns="45000" rIns="90000" bIns="45000" anchor="t">
            <a:normAutofit fontScale="25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pic>
        <p:nvPicPr>
          <p:cNvPr id="3" name="Google Shape;13;p2"/>
          <p:cNvPicPr/>
          <p:nvPr/>
        </p:nvPicPr>
        <p:blipFill>
          <a:blip r:embed="rId4"/>
          <a:srcRect t="80272" b="11553"/>
          <a:stretch/>
        </p:blipFill>
        <p:spPr>
          <a:xfrm>
            <a:off x="0" y="4871880"/>
            <a:ext cx="9143640" cy="271440"/>
          </a:xfrm>
          <a:prstGeom prst="rect">
            <a:avLst/>
          </a:prstGeom>
          <a:ln w="0">
            <a:noFill/>
          </a:ln>
        </p:spPr>
      </p:pic>
      <p:pic>
        <p:nvPicPr>
          <p:cNvPr id="4" name="Google Shape;14;p2"/>
          <p:cNvPicPr/>
          <p:nvPr/>
        </p:nvPicPr>
        <p:blipFill>
          <a:blip r:embed="rId5"/>
          <a:stretch/>
        </p:blipFill>
        <p:spPr>
          <a:xfrm>
            <a:off x="4251960" y="4081680"/>
            <a:ext cx="1045440" cy="1408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7" name="Google Shape;61;p11"/>
          <p:cNvPicPr/>
          <p:nvPr/>
        </p:nvPicPr>
        <p:blipFill>
          <a:blip r:embed="rId3">
            <a:alphaModFix amt="20000"/>
          </a:blip>
          <a:stretch/>
        </p:blipFill>
        <p:spPr>
          <a:xfrm rot="10800000" flipH="1">
            <a:off x="0" y="0"/>
            <a:ext cx="9143640" cy="5143320"/>
          </a:xfrm>
          <a:prstGeom prst="rect">
            <a:avLst/>
          </a:prstGeom>
          <a:ln w="0">
            <a:noFill/>
          </a:ln>
        </p:spPr>
      </p:pic>
      <p:sp>
        <p:nvSpPr>
          <p:cNvPr id="8" name="PlaceHolder 1"/>
          <p:cNvSpPr>
            <a:spLocks noGrp="1"/>
          </p:cNvSpPr>
          <p:nvPr>
            <p:ph type="title"/>
          </p:nvPr>
        </p:nvSpPr>
        <p:spPr>
          <a:xfrm>
            <a:off x="1284120" y="919440"/>
            <a:ext cx="3486960" cy="2061360"/>
          </a:xfrm>
          <a:prstGeom prst="rect">
            <a:avLst/>
          </a:prstGeom>
          <a:noFill/>
          <a:ln w="0">
            <a:noFill/>
          </a:ln>
        </p:spPr>
        <p:txBody>
          <a:bodyPr lIns="91440" tIns="91440" rIns="91440" bIns="91440" anchor="b">
            <a:noAutofit/>
          </a:bodyPr>
          <a:lstStyle/>
          <a:p>
            <a:pPr indent="0" algn="ctr">
              <a:lnSpc>
                <a:spcPct val="100000"/>
              </a:lnSpc>
              <a:buNone/>
            </a:pPr>
            <a:r>
              <a:rPr lang="fr-FR" sz="6000" b="0" strike="noStrike" spc="-1">
                <a:solidFill>
                  <a:schemeClr val="dk1"/>
                </a:solidFill>
                <a:latin typeface="Dela Gothic One"/>
                <a:ea typeface="Dela Gothic One"/>
              </a:rPr>
              <a:t>xx%</a:t>
            </a:r>
            <a:endParaRPr lang="fr-FR" sz="6000" b="0" strike="noStrike" spc="-1">
              <a:solidFill>
                <a:schemeClr val="dk1"/>
              </a:solidFill>
              <a:latin typeface="Arial"/>
            </a:endParaRPr>
          </a:p>
        </p:txBody>
      </p:sp>
      <p:pic>
        <p:nvPicPr>
          <p:cNvPr id="9" name="Google Shape;64;p11"/>
          <p:cNvPicPr/>
          <p:nvPr/>
        </p:nvPicPr>
        <p:blipFill>
          <a:blip r:embed="rId4"/>
          <a:srcRect t="80272" b="11553"/>
          <a:stretch/>
        </p:blipFill>
        <p:spPr>
          <a:xfrm>
            <a:off x="0" y="4871880"/>
            <a:ext cx="9143640" cy="271440"/>
          </a:xfrm>
          <a:prstGeom prst="rect">
            <a:avLst/>
          </a:prstGeom>
          <a:ln w="0">
            <a:noFill/>
          </a:ln>
        </p:spPr>
      </p:pic>
      <p:sp>
        <p:nvSpPr>
          <p:cNvPr id="10" name="PlaceHolder 2"/>
          <p:cNvSpPr>
            <a:spLocks noGrp="1"/>
          </p:cNvSpPr>
          <p:nvPr>
            <p:ph type="body"/>
          </p:nvPr>
        </p:nvSpPr>
        <p:spPr>
          <a:xfrm>
            <a:off x="5195520" y="947160"/>
            <a:ext cx="3057120" cy="3057120"/>
          </a:xfrm>
          <a:prstGeom prst="rect">
            <a:avLst/>
          </a:prstGeom>
          <a:noFill/>
          <a:ln w="19080">
            <a:solidFill>
              <a:schemeClr val="dk2"/>
            </a:solidFill>
            <a:round/>
          </a:ln>
        </p:spPr>
        <p:txBody>
          <a:bodyPr lIns="90000" tIns="45000" rIns="90000" bIns="45000" anchor="t">
            <a:normAutofit fontScale="50000" lnSpcReduction="2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1" name="Google Shape;68;p13"/>
          <p:cNvPicPr/>
          <p:nvPr/>
        </p:nvPicPr>
        <p:blipFill>
          <a:blip r:embed="rId3">
            <a:alphaModFix amt="20000"/>
          </a:blip>
          <a:stretch/>
        </p:blipFill>
        <p:spPr>
          <a:xfrm flipH="1">
            <a:off x="360" y="0"/>
            <a:ext cx="9143640" cy="5143320"/>
          </a:xfrm>
          <a:prstGeom prst="rect">
            <a:avLst/>
          </a:prstGeom>
          <a:ln w="0">
            <a:noFill/>
          </a:ln>
        </p:spPr>
      </p:pic>
      <p:sp>
        <p:nvSpPr>
          <p:cNvPr id="12" name="PlaceHolder 1"/>
          <p:cNvSpPr>
            <a:spLocks noGrp="1"/>
          </p:cNvSpPr>
          <p:nvPr>
            <p:ph type="title"/>
          </p:nvPr>
        </p:nvSpPr>
        <p:spPr>
          <a:xfrm>
            <a:off x="71496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3" name="Google Shape;72;p14"/>
          <p:cNvPicPr/>
          <p:nvPr/>
        </p:nvPicPr>
        <p:blipFill>
          <a:blip r:embed="rId3">
            <a:alphaModFix amt="20000"/>
          </a:blip>
          <a:stretch/>
        </p:blipFill>
        <p:spPr>
          <a:xfrm flipH="1">
            <a:off x="360" y="0"/>
            <a:ext cx="9143640" cy="5143320"/>
          </a:xfrm>
          <a:prstGeom prst="rect">
            <a:avLst/>
          </a:prstGeom>
          <a:ln w="0">
            <a:noFill/>
          </a:ln>
        </p:spPr>
      </p:pic>
      <p:sp>
        <p:nvSpPr>
          <p:cNvPr id="1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5" name="Google Shape;75;p15"/>
          <p:cNvPicPr/>
          <p:nvPr/>
        </p:nvPicPr>
        <p:blipFill>
          <a:blip r:embed="rId3">
            <a:alphaModFix amt="20000"/>
          </a:blip>
          <a:stretch/>
        </p:blipFill>
        <p:spPr>
          <a:xfrm rot="10800000" flipH="1">
            <a:off x="0" y="0"/>
            <a:ext cx="9143640" cy="5143320"/>
          </a:xfrm>
          <a:prstGeom prst="rect">
            <a:avLst/>
          </a:prstGeom>
          <a:ln w="0">
            <a:noFill/>
          </a:ln>
        </p:spPr>
      </p:pic>
      <p:sp>
        <p:nvSpPr>
          <p:cNvPr id="1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7" name="Google Shape;78;p16"/>
          <p:cNvPicPr/>
          <p:nvPr/>
        </p:nvPicPr>
        <p:blipFill>
          <a:blip r:embed="rId3">
            <a:alphaModFix amt="20000"/>
          </a:blip>
          <a:stretch/>
        </p:blipFill>
        <p:spPr>
          <a:xfrm>
            <a:off x="0" y="0"/>
            <a:ext cx="9143640" cy="5143320"/>
          </a:xfrm>
          <a:prstGeom prst="rect">
            <a:avLst/>
          </a:prstGeom>
          <a:ln w="0">
            <a:noFill/>
          </a:ln>
        </p:spPr>
      </p:pic>
      <p:sp>
        <p:nvSpPr>
          <p:cNvPr id="1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9" name="Google Shape;81;p17"/>
          <p:cNvPicPr/>
          <p:nvPr/>
        </p:nvPicPr>
        <p:blipFill>
          <a:blip r:embed="rId3">
            <a:alphaModFix amt="20000"/>
          </a:blip>
          <a:stretch/>
        </p:blipFill>
        <p:spPr>
          <a:xfrm flipH="1">
            <a:off x="360" y="0"/>
            <a:ext cx="9143640" cy="5143320"/>
          </a:xfrm>
          <a:prstGeom prst="rect">
            <a:avLst/>
          </a:prstGeom>
          <a:ln w="0">
            <a:noFill/>
          </a:ln>
        </p:spPr>
      </p:pic>
      <p:sp>
        <p:nvSpPr>
          <p:cNvPr id="2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21" name="PlaceHolder 2"/>
          <p:cNvSpPr>
            <a:spLocks noGrp="1"/>
          </p:cNvSpPr>
          <p:nvPr>
            <p:ph type="body"/>
          </p:nvPr>
        </p:nvSpPr>
        <p:spPr>
          <a:xfrm>
            <a:off x="726480" y="1467720"/>
            <a:ext cx="3995640" cy="2912760"/>
          </a:xfrm>
          <a:prstGeom prst="rect">
            <a:avLst/>
          </a:prstGeom>
          <a:solidFill>
            <a:schemeClr val="lt2"/>
          </a:solid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sp>
        <p:nvSpPr>
          <p:cNvPr id="22" name="PlaceHolder 3"/>
          <p:cNvSpPr>
            <a:spLocks noGrp="1"/>
          </p:cNvSpPr>
          <p:nvPr>
            <p:ph type="body"/>
          </p:nvPr>
        </p:nvSpPr>
        <p:spPr>
          <a:xfrm>
            <a:off x="4946040" y="1467360"/>
            <a:ext cx="3232440" cy="2912760"/>
          </a:xfrm>
          <a:prstGeom prst="rect">
            <a:avLst/>
          </a:prstGeom>
          <a:noFill/>
          <a:ln w="19080">
            <a:solidFill>
              <a:schemeClr val="dk2"/>
            </a:solidFill>
            <a:round/>
          </a:ln>
        </p:spPr>
        <p:txBody>
          <a:bodyPr lIns="90000" tIns="45000" rIns="90000" bIns="45000" anchor="t">
            <a:normAutofit fontScale="43333" lnSpcReduction="1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pic>
        <p:nvPicPr>
          <p:cNvPr id="23" name="Google Shape;85;p17"/>
          <p:cNvPicPr/>
          <p:nvPr/>
        </p:nvPicPr>
        <p:blipFill>
          <a:blip r:embed="rId4"/>
          <a:stretch/>
        </p:blipFill>
        <p:spPr>
          <a:xfrm>
            <a:off x="8226000" y="734400"/>
            <a:ext cx="778680" cy="639720"/>
          </a:xfrm>
          <a:prstGeom prst="rect">
            <a:avLst/>
          </a:prstGeom>
          <a:ln w="0">
            <a:noFill/>
          </a:ln>
        </p:spPr>
      </p:pic>
      <p:pic>
        <p:nvPicPr>
          <p:cNvPr id="24" name="Google Shape;86;p17"/>
          <p:cNvPicPr/>
          <p:nvPr/>
        </p:nvPicPr>
        <p:blipFill>
          <a:blip r:embed="rId5"/>
          <a:srcRect t="9231"/>
          <a:stretch/>
        </p:blipFill>
        <p:spPr>
          <a:xfrm>
            <a:off x="200160" y="4434840"/>
            <a:ext cx="725760" cy="5410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5" name="Google Shape;88;p18"/>
          <p:cNvPicPr/>
          <p:nvPr/>
        </p:nvPicPr>
        <p:blipFill>
          <a:blip r:embed="rId3">
            <a:alphaModFix amt="20000"/>
          </a:blip>
          <a:stretch/>
        </p:blipFill>
        <p:spPr>
          <a:xfrm flipH="1">
            <a:off x="360" y="0"/>
            <a:ext cx="9143640" cy="5143320"/>
          </a:xfrm>
          <a:prstGeom prst="rect">
            <a:avLst/>
          </a:prstGeom>
          <a:ln w="0">
            <a:noFill/>
          </a:ln>
        </p:spPr>
      </p:pic>
      <p:sp>
        <p:nvSpPr>
          <p:cNvPr id="2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7" name="Google Shape;97;p19"/>
          <p:cNvPicPr/>
          <p:nvPr/>
        </p:nvPicPr>
        <p:blipFill>
          <a:blip r:embed="rId3">
            <a:alphaModFix amt="20000"/>
          </a:blip>
          <a:stretch/>
        </p:blipFill>
        <p:spPr>
          <a:xfrm>
            <a:off x="0" y="0"/>
            <a:ext cx="9143640" cy="5143320"/>
          </a:xfrm>
          <a:prstGeom prst="rect">
            <a:avLst/>
          </a:prstGeom>
          <a:ln w="0">
            <a:noFill/>
          </a:ln>
        </p:spPr>
      </p:pic>
      <p:sp>
        <p:nvSpPr>
          <p:cNvPr id="2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29" name="PlaceHolder 2"/>
          <p:cNvSpPr>
            <a:spLocks noGrp="1"/>
          </p:cNvSpPr>
          <p:nvPr>
            <p:ph type="title"/>
          </p:nvPr>
        </p:nvSpPr>
        <p:spPr>
          <a:xfrm>
            <a:off x="2387160" y="1349640"/>
            <a:ext cx="733320" cy="569520"/>
          </a:xfrm>
          <a:prstGeom prst="rect">
            <a:avLst/>
          </a:prstGeom>
          <a:noFill/>
          <a:ln w="0">
            <a:noFill/>
          </a:ln>
        </p:spPr>
        <p:txBody>
          <a:bodyPr lIns="91440" tIns="91440" rIns="91440" bIns="91440" anchor="ctr">
            <a:noAutofit/>
          </a:bodyPr>
          <a:lstStyle/>
          <a:p>
            <a:pPr indent="0" algn="ctr">
              <a:lnSpc>
                <a:spcPct val="100000"/>
              </a:lnSpc>
              <a:buNone/>
            </a:pPr>
            <a:r>
              <a:rPr lang="fr-FR" sz="2200" b="0" strike="noStrike" spc="-1">
                <a:solidFill>
                  <a:schemeClr val="dk1"/>
                </a:solidFill>
                <a:latin typeface="Dela Gothic One"/>
                <a:ea typeface="Dela Gothic One"/>
              </a:rPr>
              <a:t>xx%</a:t>
            </a:r>
            <a:endParaRPr lang="fr-FR" sz="2200" b="0" strike="noStrike" spc="-1">
              <a:solidFill>
                <a:schemeClr val="dk1"/>
              </a:solidFill>
              <a:latin typeface="Arial"/>
            </a:endParaRPr>
          </a:p>
        </p:txBody>
      </p:sp>
      <p:sp>
        <p:nvSpPr>
          <p:cNvPr id="30" name="PlaceHolder 3"/>
          <p:cNvSpPr>
            <a:spLocks noGrp="1"/>
          </p:cNvSpPr>
          <p:nvPr>
            <p:ph type="title"/>
          </p:nvPr>
        </p:nvSpPr>
        <p:spPr>
          <a:xfrm>
            <a:off x="2388240" y="3172680"/>
            <a:ext cx="731160" cy="567720"/>
          </a:xfrm>
          <a:prstGeom prst="rect">
            <a:avLst/>
          </a:prstGeom>
          <a:noFill/>
          <a:ln w="0">
            <a:noFill/>
          </a:ln>
        </p:spPr>
        <p:txBody>
          <a:bodyPr lIns="91440" tIns="91440" rIns="91440" bIns="91440" anchor="ctr">
            <a:noAutofit/>
          </a:bodyPr>
          <a:lstStyle/>
          <a:p>
            <a:pPr indent="0" algn="ctr">
              <a:lnSpc>
                <a:spcPct val="100000"/>
              </a:lnSpc>
              <a:buNone/>
            </a:pPr>
            <a:r>
              <a:rPr lang="fr-FR" sz="2200" b="0" strike="noStrike" spc="-1">
                <a:solidFill>
                  <a:schemeClr val="dk1"/>
                </a:solidFill>
                <a:latin typeface="Dela Gothic One"/>
                <a:ea typeface="Dela Gothic One"/>
              </a:rPr>
              <a:t>xx%</a:t>
            </a:r>
            <a:endParaRPr lang="fr-FR" sz="2200" b="0" strike="noStrike" spc="-1">
              <a:solidFill>
                <a:schemeClr val="dk1"/>
              </a:solidFill>
              <a:latin typeface="Arial"/>
            </a:endParaRPr>
          </a:p>
        </p:txBody>
      </p:sp>
      <p:sp>
        <p:nvSpPr>
          <p:cNvPr id="31" name="PlaceHolder 4"/>
          <p:cNvSpPr>
            <a:spLocks noGrp="1"/>
          </p:cNvSpPr>
          <p:nvPr>
            <p:ph type="title"/>
          </p:nvPr>
        </p:nvSpPr>
        <p:spPr>
          <a:xfrm>
            <a:off x="6025680" y="1350720"/>
            <a:ext cx="731160" cy="567720"/>
          </a:xfrm>
          <a:prstGeom prst="rect">
            <a:avLst/>
          </a:prstGeom>
          <a:noFill/>
          <a:ln w="0">
            <a:noFill/>
          </a:ln>
        </p:spPr>
        <p:txBody>
          <a:bodyPr lIns="91440" tIns="91440" rIns="91440" bIns="91440" anchor="ctr">
            <a:noAutofit/>
          </a:bodyPr>
          <a:lstStyle/>
          <a:p>
            <a:pPr indent="0" algn="ctr">
              <a:lnSpc>
                <a:spcPct val="100000"/>
              </a:lnSpc>
              <a:buNone/>
            </a:pPr>
            <a:r>
              <a:rPr lang="fr-FR" sz="2200" b="0" strike="noStrike" spc="-1">
                <a:solidFill>
                  <a:schemeClr val="dk1"/>
                </a:solidFill>
                <a:latin typeface="Dela Gothic One"/>
                <a:ea typeface="Dela Gothic One"/>
              </a:rPr>
              <a:t>xx%</a:t>
            </a:r>
            <a:endParaRPr lang="fr-FR" sz="2200" b="0" strike="noStrike" spc="-1">
              <a:solidFill>
                <a:schemeClr val="dk1"/>
              </a:solidFill>
              <a:latin typeface="Arial"/>
            </a:endParaRPr>
          </a:p>
        </p:txBody>
      </p:sp>
      <p:sp>
        <p:nvSpPr>
          <p:cNvPr id="32" name="PlaceHolder 5"/>
          <p:cNvSpPr>
            <a:spLocks noGrp="1"/>
          </p:cNvSpPr>
          <p:nvPr>
            <p:ph type="title"/>
          </p:nvPr>
        </p:nvSpPr>
        <p:spPr>
          <a:xfrm>
            <a:off x="6025680" y="3172680"/>
            <a:ext cx="731160" cy="567720"/>
          </a:xfrm>
          <a:prstGeom prst="rect">
            <a:avLst/>
          </a:prstGeom>
          <a:noFill/>
          <a:ln w="0">
            <a:noFill/>
          </a:ln>
        </p:spPr>
        <p:txBody>
          <a:bodyPr lIns="91440" tIns="91440" rIns="91440" bIns="91440" anchor="ctr">
            <a:noAutofit/>
          </a:bodyPr>
          <a:lstStyle/>
          <a:p>
            <a:pPr indent="0" algn="ctr">
              <a:lnSpc>
                <a:spcPct val="100000"/>
              </a:lnSpc>
              <a:buNone/>
            </a:pPr>
            <a:r>
              <a:rPr lang="fr-FR" sz="2200" b="0" strike="noStrike" spc="-1">
                <a:solidFill>
                  <a:schemeClr val="dk1"/>
                </a:solidFill>
                <a:latin typeface="Dela Gothic One"/>
                <a:ea typeface="Dela Gothic One"/>
              </a:rPr>
              <a:t>xx%</a:t>
            </a:r>
            <a:endParaRPr lang="fr-FR" sz="22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33" name="Google Shape;112;p20"/>
          <p:cNvPicPr/>
          <p:nvPr/>
        </p:nvPicPr>
        <p:blipFill>
          <a:blip r:embed="rId3">
            <a:alphaModFix amt="20000"/>
          </a:blip>
          <a:stretch/>
        </p:blipFill>
        <p:spPr>
          <a:xfrm>
            <a:off x="0" y="0"/>
            <a:ext cx="9143640" cy="5143320"/>
          </a:xfrm>
          <a:prstGeom prst="rect">
            <a:avLst/>
          </a:prstGeom>
          <a:ln w="0">
            <a:noFill/>
          </a:ln>
        </p:spPr>
      </p:pic>
      <p:sp>
        <p:nvSpPr>
          <p:cNvPr id="3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35" name="Google Shape;16;p3"/>
          <p:cNvPicPr/>
          <p:nvPr/>
        </p:nvPicPr>
        <p:blipFill>
          <a:blip r:embed="rId3">
            <a:alphaModFix amt="20000"/>
          </a:blip>
          <a:stretch/>
        </p:blipFill>
        <p:spPr>
          <a:xfrm>
            <a:off x="0" y="0"/>
            <a:ext cx="9143640" cy="5143320"/>
          </a:xfrm>
          <a:prstGeom prst="rect">
            <a:avLst/>
          </a:prstGeom>
          <a:ln w="0">
            <a:noFill/>
          </a:ln>
        </p:spPr>
      </p:pic>
      <p:sp>
        <p:nvSpPr>
          <p:cNvPr id="36" name="PlaceHolder 1"/>
          <p:cNvSpPr>
            <a:spLocks noGrp="1"/>
          </p:cNvSpPr>
          <p:nvPr>
            <p:ph type="title"/>
          </p:nvPr>
        </p:nvSpPr>
        <p:spPr>
          <a:xfrm>
            <a:off x="3925440" y="1953720"/>
            <a:ext cx="4505040" cy="1394640"/>
          </a:xfrm>
          <a:prstGeom prst="rect">
            <a:avLst/>
          </a:prstGeom>
          <a:noFill/>
          <a:ln w="0">
            <a:noFill/>
          </a:ln>
        </p:spPr>
        <p:txBody>
          <a:bodyPr lIns="91440" tIns="91440" rIns="91440" bIns="91440" anchor="b">
            <a:noAutofit/>
          </a:bodyPr>
          <a:lstStyle/>
          <a:p>
            <a:pPr indent="0">
              <a:buNone/>
            </a:pPr>
            <a:r>
              <a:rPr lang="fr-FR" sz="3400" b="0" strike="noStrike" spc="-1">
                <a:solidFill>
                  <a:schemeClr val="dk1"/>
                </a:solidFill>
                <a:latin typeface="Arial"/>
              </a:rPr>
              <a:t>Click to edit the title text format</a:t>
            </a:r>
          </a:p>
        </p:txBody>
      </p:sp>
      <p:sp>
        <p:nvSpPr>
          <p:cNvPr id="37" name="PlaceHolder 2"/>
          <p:cNvSpPr>
            <a:spLocks noGrp="1"/>
          </p:cNvSpPr>
          <p:nvPr>
            <p:ph type="title"/>
          </p:nvPr>
        </p:nvSpPr>
        <p:spPr>
          <a:xfrm>
            <a:off x="5592600" y="1091880"/>
            <a:ext cx="1170720" cy="960120"/>
          </a:xfrm>
          <a:prstGeom prst="rect">
            <a:avLst/>
          </a:prstGeom>
          <a:noFill/>
          <a:ln w="0">
            <a:noFill/>
          </a:ln>
        </p:spPr>
        <p:txBody>
          <a:bodyPr lIns="91440" tIns="91440" rIns="91440" bIns="91440" anchor="ctr">
            <a:noAutofit/>
          </a:bodyPr>
          <a:lstStyle/>
          <a:p>
            <a:pPr indent="0" algn="ctr">
              <a:lnSpc>
                <a:spcPct val="100000"/>
              </a:lnSpc>
              <a:buNone/>
            </a:pPr>
            <a:r>
              <a:rPr lang="fr-FR" sz="4800" b="0" strike="noStrike" spc="-1">
                <a:solidFill>
                  <a:schemeClr val="dk1"/>
                </a:solidFill>
                <a:latin typeface="Dela Gothic One"/>
                <a:ea typeface="Dela Gothic One"/>
              </a:rPr>
              <a:t>xx%</a:t>
            </a:r>
            <a:endParaRPr lang="fr-FR" sz="4800" b="0" strike="noStrike" spc="-1">
              <a:solidFill>
                <a:schemeClr val="dk1"/>
              </a:solidFill>
              <a:latin typeface="Arial"/>
            </a:endParaRPr>
          </a:p>
        </p:txBody>
      </p:sp>
      <p:sp>
        <p:nvSpPr>
          <p:cNvPr id="38" name="PlaceHolder 3"/>
          <p:cNvSpPr>
            <a:spLocks noGrp="1"/>
          </p:cNvSpPr>
          <p:nvPr>
            <p:ph type="body"/>
          </p:nvPr>
        </p:nvSpPr>
        <p:spPr>
          <a:xfrm>
            <a:off x="480960" y="894960"/>
            <a:ext cx="2979000" cy="2979000"/>
          </a:xfrm>
          <a:prstGeom prst="rect">
            <a:avLst/>
          </a:prstGeom>
          <a:noFill/>
          <a:ln w="19080">
            <a:solidFill>
              <a:schemeClr val="dk2"/>
            </a:solidFill>
            <a:round/>
          </a:ln>
        </p:spPr>
        <p:txBody>
          <a:bodyPr lIns="90000" tIns="45000" rIns="90000" bIns="45000" anchor="t">
            <a:normAutofit fontScale="37222"/>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pic>
        <p:nvPicPr>
          <p:cNvPr id="39" name="Google Shape;21;p3"/>
          <p:cNvPicPr/>
          <p:nvPr/>
        </p:nvPicPr>
        <p:blipFill>
          <a:blip r:embed="rId4"/>
          <a:srcRect t="80272" b="11553"/>
          <a:stretch/>
        </p:blipFill>
        <p:spPr>
          <a:xfrm>
            <a:off x="0" y="4871880"/>
            <a:ext cx="9143640" cy="271440"/>
          </a:xfrm>
          <a:prstGeom prst="rect">
            <a:avLst/>
          </a:prstGeom>
          <a:ln w="0">
            <a:noFill/>
          </a:ln>
        </p:spPr>
      </p:pic>
      <p:pic>
        <p:nvPicPr>
          <p:cNvPr id="40" name="Google Shape;22;p3"/>
          <p:cNvPicPr/>
          <p:nvPr/>
        </p:nvPicPr>
        <p:blipFill>
          <a:blip r:embed="rId5"/>
          <a:stretch/>
        </p:blipFill>
        <p:spPr>
          <a:xfrm>
            <a:off x="136440" y="4267800"/>
            <a:ext cx="605520" cy="474120"/>
          </a:xfrm>
          <a:prstGeom prst="rect">
            <a:avLst/>
          </a:prstGeom>
          <a:ln w="0">
            <a:noFill/>
          </a:ln>
        </p:spPr>
      </p:pic>
      <p:pic>
        <p:nvPicPr>
          <p:cNvPr id="41" name="Google Shape;23;p3"/>
          <p:cNvPicPr/>
          <p:nvPr/>
        </p:nvPicPr>
        <p:blipFill>
          <a:blip r:embed="rId6"/>
          <a:stretch/>
        </p:blipFill>
        <p:spPr>
          <a:xfrm>
            <a:off x="7951680" y="599760"/>
            <a:ext cx="751680" cy="553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42" name="Google Shape;127;p21"/>
          <p:cNvPicPr/>
          <p:nvPr/>
        </p:nvPicPr>
        <p:blipFill>
          <a:blip r:embed="rId3">
            <a:alphaModFix amt="20000"/>
          </a:blip>
          <a:stretch/>
        </p:blipFill>
        <p:spPr>
          <a:xfrm flipH="1">
            <a:off x="360" y="0"/>
            <a:ext cx="9143640" cy="5143320"/>
          </a:xfrm>
          <a:prstGeom prst="rect">
            <a:avLst/>
          </a:prstGeom>
          <a:ln w="0">
            <a:noFill/>
          </a:ln>
        </p:spPr>
      </p:pic>
      <p:sp>
        <p:nvSpPr>
          <p:cNvPr id="43" name="PlaceHolder 1"/>
          <p:cNvSpPr>
            <a:spLocks noGrp="1"/>
          </p:cNvSpPr>
          <p:nvPr>
            <p:ph type="title"/>
          </p:nvPr>
        </p:nvSpPr>
        <p:spPr>
          <a:xfrm>
            <a:off x="1847880" y="1042560"/>
            <a:ext cx="5447520" cy="754560"/>
          </a:xfrm>
          <a:prstGeom prst="rect">
            <a:avLst/>
          </a:prstGeom>
          <a:noFill/>
          <a:ln w="0">
            <a:noFill/>
          </a:ln>
        </p:spPr>
        <p:txBody>
          <a:bodyPr lIns="91440" tIns="91440" rIns="91440" bIns="91440" anchor="b">
            <a:noAutofit/>
          </a:bodyPr>
          <a:lstStyle/>
          <a:p>
            <a:pPr indent="0" algn="ctr">
              <a:lnSpc>
                <a:spcPct val="100000"/>
              </a:lnSpc>
              <a:buNone/>
            </a:pPr>
            <a:r>
              <a:rPr lang="fr-FR" sz="5000" b="0" strike="noStrike" spc="-1">
                <a:solidFill>
                  <a:schemeClr val="dk1"/>
                </a:solidFill>
                <a:latin typeface="Dela Gothic One"/>
                <a:ea typeface="Dela Gothic One"/>
              </a:rPr>
              <a:t>xx%</a:t>
            </a:r>
            <a:endParaRPr lang="fr-FR" sz="5000" b="0" strike="noStrike" spc="-1">
              <a:solidFill>
                <a:schemeClr val="dk1"/>
              </a:solidFill>
              <a:latin typeface="Arial"/>
            </a:endParaRPr>
          </a:p>
        </p:txBody>
      </p:sp>
      <p:sp>
        <p:nvSpPr>
          <p:cNvPr id="44" name="PlaceHolder 2"/>
          <p:cNvSpPr>
            <a:spLocks noGrp="1"/>
          </p:cNvSpPr>
          <p:nvPr>
            <p:ph type="title"/>
          </p:nvPr>
        </p:nvSpPr>
        <p:spPr>
          <a:xfrm>
            <a:off x="1847880" y="2817000"/>
            <a:ext cx="5447520" cy="754560"/>
          </a:xfrm>
          <a:prstGeom prst="rect">
            <a:avLst/>
          </a:prstGeom>
          <a:noFill/>
          <a:ln w="0">
            <a:noFill/>
          </a:ln>
        </p:spPr>
        <p:txBody>
          <a:bodyPr lIns="91440" tIns="91440" rIns="91440" bIns="91440" anchor="b">
            <a:noAutofit/>
          </a:bodyPr>
          <a:lstStyle/>
          <a:p>
            <a:pPr indent="0" algn="ctr">
              <a:lnSpc>
                <a:spcPct val="100000"/>
              </a:lnSpc>
              <a:buNone/>
            </a:pPr>
            <a:r>
              <a:rPr lang="fr-FR" sz="5000" b="0" strike="noStrike" spc="-1">
                <a:solidFill>
                  <a:schemeClr val="dk1"/>
                </a:solidFill>
                <a:latin typeface="Dela Gothic One"/>
                <a:ea typeface="Dela Gothic One"/>
              </a:rPr>
              <a:t>xx%</a:t>
            </a:r>
            <a:endParaRPr lang="fr-FR" sz="5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51" name="Google Shape;140;p23"/>
          <p:cNvPicPr/>
          <p:nvPr/>
        </p:nvPicPr>
        <p:blipFill>
          <a:blip r:embed="rId3">
            <a:alphaModFix amt="20000"/>
          </a:blip>
          <a:stretch/>
        </p:blipFill>
        <p:spPr>
          <a:xfrm>
            <a:off x="0" y="0"/>
            <a:ext cx="9143640" cy="5143320"/>
          </a:xfrm>
          <a:prstGeom prst="rect">
            <a:avLst/>
          </a:prstGeom>
          <a:ln w="0">
            <a:noFill/>
          </a:ln>
        </p:spPr>
      </p:pic>
      <p:pic>
        <p:nvPicPr>
          <p:cNvPr id="52" name="Google Shape;141;p23"/>
          <p:cNvPicPr/>
          <p:nvPr/>
        </p:nvPicPr>
        <p:blipFill>
          <a:blip r:embed="rId4"/>
          <a:srcRect t="80272" b="11553"/>
          <a:stretch/>
        </p:blipFill>
        <p:spPr>
          <a:xfrm>
            <a:off x="0" y="4871880"/>
            <a:ext cx="9143640" cy="27144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53" name="Google Shape;143;p24"/>
          <p:cNvPicPr/>
          <p:nvPr/>
        </p:nvPicPr>
        <p:blipFill>
          <a:blip r:embed="rId3">
            <a:alphaModFix amt="20000"/>
          </a:blip>
          <a:stretch/>
        </p:blipFill>
        <p:spPr>
          <a:xfrm>
            <a:off x="0" y="0"/>
            <a:ext cx="9143640" cy="514332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55" name="PlaceHolder 2"/>
          <p:cNvSpPr>
            <a:spLocks noGrp="1"/>
          </p:cNvSpPr>
          <p:nvPr>
            <p:ph type="body"/>
          </p:nvPr>
        </p:nvSpPr>
        <p:spPr>
          <a:xfrm>
            <a:off x="720000" y="1152360"/>
            <a:ext cx="7703640" cy="3938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2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2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2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2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2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200" b="0" strike="noStrike" spc="-1">
                <a:solidFill>
                  <a:srgbClr val="000000"/>
                </a:solidFill>
                <a:latin typeface="Arial"/>
              </a:rPr>
              <a:t>Seventh Outline Level</a:t>
            </a:r>
          </a:p>
        </p:txBody>
      </p:sp>
      <p:pic>
        <p:nvPicPr>
          <p:cNvPr id="56" name="Google Shape;27;p4"/>
          <p:cNvPicPr/>
          <p:nvPr/>
        </p:nvPicPr>
        <p:blipFill>
          <a:blip r:embed="rId3">
            <a:alphaModFix amt="20000"/>
          </a:blip>
          <a:stretch/>
        </p:blipFill>
        <p:spPr>
          <a:xfrm flipH="1">
            <a:off x="360" y="0"/>
            <a:ext cx="9143640" cy="514332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59" name="Google Shape;29;p5"/>
          <p:cNvPicPr/>
          <p:nvPr/>
        </p:nvPicPr>
        <p:blipFill>
          <a:blip r:embed="rId3">
            <a:alphaModFix amt="20000"/>
          </a:blip>
          <a:stretch/>
        </p:blipFill>
        <p:spPr>
          <a:xfrm>
            <a:off x="0" y="0"/>
            <a:ext cx="9143640" cy="5143320"/>
          </a:xfrm>
          <a:prstGeom prst="rect">
            <a:avLst/>
          </a:prstGeom>
          <a:ln w="0">
            <a:noFill/>
          </a:ln>
        </p:spPr>
      </p:pic>
      <p:sp>
        <p:nvSpPr>
          <p:cNvPr id="6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pic>
        <p:nvPicPr>
          <p:cNvPr id="65" name="Google Shape;37;p6"/>
          <p:cNvPicPr/>
          <p:nvPr/>
        </p:nvPicPr>
        <p:blipFill>
          <a:blip r:embed="rId3">
            <a:alphaModFix amt="20000"/>
          </a:blip>
          <a:stretch/>
        </p:blipFill>
        <p:spPr>
          <a:xfrm flipH="1">
            <a:off x="360" y="0"/>
            <a:ext cx="9143640" cy="5143320"/>
          </a:xfrm>
          <a:prstGeom prst="rect">
            <a:avLst/>
          </a:prstGeom>
          <a:ln w="0">
            <a:noFill/>
          </a:ln>
        </p:spPr>
      </p:pic>
      <p:pic>
        <p:nvPicPr>
          <p:cNvPr id="66" name="Google Shape;38;p6"/>
          <p:cNvPicPr/>
          <p:nvPr/>
        </p:nvPicPr>
        <p:blipFill>
          <a:blip r:embed="rId4"/>
          <a:stretch/>
        </p:blipFill>
        <p:spPr>
          <a:xfrm>
            <a:off x="7776000" y="4133520"/>
            <a:ext cx="1473480" cy="1209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68" name="Google Shape;40;p7"/>
          <p:cNvPicPr/>
          <p:nvPr/>
        </p:nvPicPr>
        <p:blipFill>
          <a:blip r:embed="rId3">
            <a:alphaModFix amt="20000"/>
          </a:blip>
          <a:stretch/>
        </p:blipFill>
        <p:spPr>
          <a:xfrm flipH="1">
            <a:off x="360" y="0"/>
            <a:ext cx="9143640" cy="5143320"/>
          </a:xfrm>
          <a:prstGeom prst="rect">
            <a:avLst/>
          </a:prstGeom>
          <a:ln w="0">
            <a:noFill/>
          </a:ln>
        </p:spPr>
      </p:pic>
      <p:sp>
        <p:nvSpPr>
          <p:cNvPr id="6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70" name="PlaceHolder 2"/>
          <p:cNvSpPr>
            <a:spLocks noGrp="1"/>
          </p:cNvSpPr>
          <p:nvPr>
            <p:ph type="body"/>
          </p:nvPr>
        </p:nvSpPr>
        <p:spPr>
          <a:xfrm>
            <a:off x="726480" y="1467720"/>
            <a:ext cx="3995640" cy="2912760"/>
          </a:xfrm>
          <a:prstGeom prst="rect">
            <a:avLst/>
          </a:prstGeom>
          <a:solidFill>
            <a:schemeClr val="lt2"/>
          </a:solid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sp>
        <p:nvSpPr>
          <p:cNvPr id="71" name="PlaceHolder 3"/>
          <p:cNvSpPr>
            <a:spLocks noGrp="1"/>
          </p:cNvSpPr>
          <p:nvPr>
            <p:ph type="body"/>
          </p:nvPr>
        </p:nvSpPr>
        <p:spPr>
          <a:xfrm>
            <a:off x="4946040" y="1467360"/>
            <a:ext cx="3232440" cy="2912760"/>
          </a:xfrm>
          <a:prstGeom prst="rect">
            <a:avLst/>
          </a:prstGeom>
          <a:noFill/>
          <a:ln w="19080">
            <a:solidFill>
              <a:schemeClr val="dk2"/>
            </a:solidFill>
            <a:round/>
          </a:ln>
        </p:spPr>
        <p:txBody>
          <a:bodyPr lIns="90000" tIns="45000" rIns="90000" bIns="45000" anchor="t">
            <a:normAutofit fontScale="43333" lnSpcReduction="1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pic>
        <p:nvPicPr>
          <p:cNvPr id="72" name="Google Shape;44;p7"/>
          <p:cNvPicPr/>
          <p:nvPr/>
        </p:nvPicPr>
        <p:blipFill>
          <a:blip r:embed="rId4"/>
          <a:stretch/>
        </p:blipFill>
        <p:spPr>
          <a:xfrm>
            <a:off x="8226000" y="734400"/>
            <a:ext cx="778680" cy="639720"/>
          </a:xfrm>
          <a:prstGeom prst="rect">
            <a:avLst/>
          </a:prstGeom>
          <a:ln w="0">
            <a:noFill/>
          </a:ln>
        </p:spPr>
      </p:pic>
      <p:pic>
        <p:nvPicPr>
          <p:cNvPr id="73" name="Google Shape;45;p7"/>
          <p:cNvPicPr/>
          <p:nvPr/>
        </p:nvPicPr>
        <p:blipFill>
          <a:blip r:embed="rId5"/>
          <a:srcRect t="9231"/>
          <a:stretch/>
        </p:blipFill>
        <p:spPr>
          <a:xfrm>
            <a:off x="200160" y="4434840"/>
            <a:ext cx="725760" cy="5410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74" name="Google Shape;47;p8"/>
          <p:cNvPicPr/>
          <p:nvPr/>
        </p:nvPicPr>
        <p:blipFill>
          <a:blip r:embed="rId3">
            <a:alphaModFix amt="20000"/>
          </a:blip>
          <a:stretch/>
        </p:blipFill>
        <p:spPr>
          <a:xfrm flipH="1">
            <a:off x="360" y="0"/>
            <a:ext cx="9143640" cy="5143320"/>
          </a:xfrm>
          <a:prstGeom prst="rect">
            <a:avLst/>
          </a:prstGeom>
          <a:ln w="0">
            <a:noFill/>
          </a:ln>
        </p:spPr>
      </p:pic>
      <p:sp>
        <p:nvSpPr>
          <p:cNvPr id="75" name="PlaceHolder 1"/>
          <p:cNvSpPr>
            <a:spLocks noGrp="1"/>
          </p:cNvSpPr>
          <p:nvPr>
            <p:ph type="title"/>
          </p:nvPr>
        </p:nvSpPr>
        <p:spPr>
          <a:xfrm>
            <a:off x="4071960" y="1459440"/>
            <a:ext cx="4358520" cy="2114280"/>
          </a:xfrm>
          <a:prstGeom prst="rect">
            <a:avLst/>
          </a:prstGeom>
          <a:noFill/>
          <a:ln w="0">
            <a:noFill/>
          </a:ln>
        </p:spPr>
        <p:txBody>
          <a:bodyPr lIns="91440" tIns="91440" rIns="91440" bIns="91440" anchor="ctr">
            <a:noAutofit/>
          </a:bodyPr>
          <a:lstStyle/>
          <a:p>
            <a:pPr indent="0">
              <a:buNone/>
            </a:pPr>
            <a:r>
              <a:rPr lang="fr-FR" sz="5200" b="0" strike="noStrike" spc="-1">
                <a:solidFill>
                  <a:schemeClr val="dk1"/>
                </a:solidFill>
                <a:latin typeface="Arial"/>
              </a:rPr>
              <a:t>Click to edit the title text format</a:t>
            </a:r>
          </a:p>
        </p:txBody>
      </p:sp>
      <p:pic>
        <p:nvPicPr>
          <p:cNvPr id="76" name="Google Shape;49;p8"/>
          <p:cNvPicPr/>
          <p:nvPr/>
        </p:nvPicPr>
        <p:blipFill>
          <a:blip r:embed="rId4"/>
          <a:srcRect t="80272" b="11553"/>
          <a:stretch/>
        </p:blipFill>
        <p:spPr>
          <a:xfrm>
            <a:off x="0" y="4871880"/>
            <a:ext cx="9143640" cy="271440"/>
          </a:xfrm>
          <a:prstGeom prst="rect">
            <a:avLst/>
          </a:prstGeom>
          <a:ln w="0">
            <a:noFill/>
          </a:ln>
        </p:spPr>
      </p:pic>
      <p:sp>
        <p:nvSpPr>
          <p:cNvPr id="77" name="PlaceHolder 2"/>
          <p:cNvSpPr>
            <a:spLocks noGrp="1"/>
          </p:cNvSpPr>
          <p:nvPr>
            <p:ph type="body"/>
          </p:nvPr>
        </p:nvSpPr>
        <p:spPr>
          <a:xfrm>
            <a:off x="560880" y="772200"/>
            <a:ext cx="2991600" cy="3295080"/>
          </a:xfrm>
          <a:prstGeom prst="rect">
            <a:avLst/>
          </a:prstGeom>
          <a:noFill/>
          <a:ln w="19080">
            <a:solidFill>
              <a:schemeClr val="dk2"/>
            </a:solidFill>
            <a:round/>
          </a:ln>
        </p:spPr>
        <p:txBody>
          <a:bodyPr lIns="90000" tIns="45000" rIns="90000" bIns="45000" anchor="t">
            <a:normAutofit fontScale="43333" lnSpcReduction="1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78" name="Google Shape;52;p9"/>
          <p:cNvPicPr/>
          <p:nvPr/>
        </p:nvPicPr>
        <p:blipFill>
          <a:blip r:embed="rId3">
            <a:alphaModFix amt="20000"/>
          </a:blip>
          <a:stretch/>
        </p:blipFill>
        <p:spPr>
          <a:xfrm flipH="1">
            <a:off x="360" y="0"/>
            <a:ext cx="9143640" cy="5143320"/>
          </a:xfrm>
          <a:prstGeom prst="rect">
            <a:avLst/>
          </a:prstGeom>
          <a:ln w="0">
            <a:noFill/>
          </a:ln>
        </p:spPr>
      </p:pic>
      <p:sp>
        <p:nvSpPr>
          <p:cNvPr id="79" name="PlaceHolder 1"/>
          <p:cNvSpPr>
            <a:spLocks noGrp="1"/>
          </p:cNvSpPr>
          <p:nvPr>
            <p:ph type="title"/>
          </p:nvPr>
        </p:nvSpPr>
        <p:spPr>
          <a:xfrm>
            <a:off x="720000" y="444960"/>
            <a:ext cx="7703640" cy="89784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pic>
        <p:nvPicPr>
          <p:cNvPr id="80" name="Google Shape;55;p9"/>
          <p:cNvPicPr/>
          <p:nvPr/>
        </p:nvPicPr>
        <p:blipFill>
          <a:blip r:embed="rId4"/>
          <a:stretch/>
        </p:blipFill>
        <p:spPr>
          <a:xfrm>
            <a:off x="50040" y="4245480"/>
            <a:ext cx="722880" cy="897840"/>
          </a:xfrm>
          <a:prstGeom prst="rect">
            <a:avLst/>
          </a:prstGeom>
          <a:ln w="0">
            <a:noFill/>
          </a:ln>
        </p:spPr>
      </p:pic>
      <p:pic>
        <p:nvPicPr>
          <p:cNvPr id="81" name="Google Shape;56;p9"/>
          <p:cNvPicPr/>
          <p:nvPr/>
        </p:nvPicPr>
        <p:blipFill>
          <a:blip r:embed="rId5"/>
          <a:stretch/>
        </p:blipFill>
        <p:spPr>
          <a:xfrm>
            <a:off x="8176680" y="576360"/>
            <a:ext cx="918000" cy="1140480"/>
          </a:xfrm>
          <a:prstGeom prst="rect">
            <a:avLst/>
          </a:prstGeom>
          <a:ln w="0">
            <a:noFill/>
          </a:ln>
        </p:spPr>
      </p:pic>
      <p:sp>
        <p:nvSpPr>
          <p:cNvPr id="8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83"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84" name="PlaceHolder 2"/>
          <p:cNvSpPr>
            <a:spLocks noGrp="1"/>
          </p:cNvSpPr>
          <p:nvPr>
            <p:ph type="title"/>
          </p:nvPr>
        </p:nvSpPr>
        <p:spPr>
          <a:xfrm>
            <a:off x="740520" y="3909960"/>
            <a:ext cx="7662600" cy="693720"/>
          </a:xfrm>
          <a:prstGeom prst="rect">
            <a:avLst/>
          </a:prstGeom>
          <a:solidFill>
            <a:schemeClr val="lt1"/>
          </a:solidFill>
          <a:ln w="0">
            <a:noFill/>
          </a:ln>
        </p:spPr>
        <p:txBody>
          <a:bodyPr lIns="91440" tIns="91440" rIns="91440" bIns="91440" anchor="ctr">
            <a:noAutofit/>
          </a:bodyPr>
          <a:lstStyle/>
          <a:p>
            <a:pPr indent="0">
              <a:buNone/>
            </a:pPr>
            <a:r>
              <a:rPr lang="fr-FR" sz="26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716760" y="511200"/>
            <a:ext cx="7710120" cy="482040"/>
          </a:xfrm>
          <a:prstGeom prst="rect">
            <a:avLst/>
          </a:prstGeom>
          <a:noFill/>
          <a:ln w="0">
            <a:noFill/>
          </a:ln>
        </p:spPr>
        <p:txBody>
          <a:bodyPr lIns="91440" tIns="91440" rIns="91440" bIns="91440" anchor="t">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github.com/shaikzaid7919" TargetMode="External"/><Relationship Id="rId1" Type="http://schemas.openxmlformats.org/officeDocument/2006/relationships/slideLayout" Target="../slideLayouts/slideLayout21.xml"/><Relationship Id="rId5" Type="http://schemas.openxmlformats.org/officeDocument/2006/relationships/hyperlink" Target="http://www.linkedin.com/in/shaik-mohammed-zaid-00962028b" TargetMode="Externa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792291" y="69119"/>
            <a:ext cx="7559417" cy="879177"/>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 sz="4000" b="1" strike="noStrike" spc="-1" dirty="0">
                <a:solidFill>
                  <a:schemeClr val="tx2">
                    <a:lumMod val="75000"/>
                  </a:schemeClr>
                </a:solidFill>
                <a:latin typeface="Cambria" panose="02040503050406030204" pitchFamily="18" charset="0"/>
                <a:ea typeface="Cambria" panose="02040503050406030204" pitchFamily="18" charset="0"/>
              </a:rPr>
              <a:t>World Population Analysis</a:t>
            </a:r>
            <a:endParaRPr lang="fr-FR" sz="4000" b="1" strike="noStrike" spc="-1" dirty="0">
              <a:solidFill>
                <a:schemeClr val="tx2">
                  <a:lumMod val="75000"/>
                </a:schemeClr>
              </a:solidFill>
              <a:latin typeface="Cambria" panose="02040503050406030204" pitchFamily="18" charset="0"/>
              <a:ea typeface="Cambria" panose="02040503050406030204" pitchFamily="18" charset="0"/>
            </a:endParaRPr>
          </a:p>
        </p:txBody>
      </p:sp>
      <p:pic>
        <p:nvPicPr>
          <p:cNvPr id="88" name="Google Shape;156;p28"/>
          <p:cNvPicPr/>
          <p:nvPr/>
        </p:nvPicPr>
        <p:blipFill>
          <a:blip r:embed="rId2"/>
          <a:srcRect l="16676" r="16676"/>
          <a:stretch/>
        </p:blipFill>
        <p:spPr>
          <a:xfrm>
            <a:off x="5405851" y="1271238"/>
            <a:ext cx="3528720" cy="3363553"/>
          </a:xfrm>
          <a:prstGeom prst="rect">
            <a:avLst/>
          </a:prstGeom>
          <a:ln w="19050">
            <a:solidFill>
              <a:srgbClr val="7857C9"/>
            </a:solidFill>
            <a:round/>
          </a:ln>
        </p:spPr>
      </p:pic>
      <p:sp>
        <p:nvSpPr>
          <p:cNvPr id="5" name="TextBox 4">
            <a:extLst>
              <a:ext uri="{FF2B5EF4-FFF2-40B4-BE49-F238E27FC236}">
                <a16:creationId xmlns:a16="http://schemas.microsoft.com/office/drawing/2014/main" id="{4E91A415-B432-09E5-6735-BFB1FE2B4D11}"/>
              </a:ext>
            </a:extLst>
          </p:cNvPr>
          <p:cNvSpPr txBox="1"/>
          <p:nvPr/>
        </p:nvSpPr>
        <p:spPr>
          <a:xfrm>
            <a:off x="2172628" y="871764"/>
            <a:ext cx="4798741" cy="323165"/>
          </a:xfrm>
          <a:prstGeom prst="rect">
            <a:avLst/>
          </a:prstGeom>
          <a:noFill/>
        </p:spPr>
        <p:txBody>
          <a:bodyPr wrap="square">
            <a:spAutoFit/>
          </a:bodyPr>
          <a:lstStyle/>
          <a:p>
            <a:pPr indent="0">
              <a:lnSpc>
                <a:spcPct val="100000"/>
              </a:lnSpc>
              <a:buNone/>
              <a:tabLst>
                <a:tab pos="0" algn="l"/>
              </a:tabLst>
            </a:pPr>
            <a:r>
              <a:rPr lang="en" sz="1500" b="0" strike="noStrike" spc="-1" dirty="0">
                <a:solidFill>
                  <a:schemeClr val="dk1"/>
                </a:solidFill>
                <a:latin typeface="Cambria" panose="02040503050406030204" pitchFamily="18" charset="0"/>
                <a:ea typeface="Cambria" panose="02040503050406030204" pitchFamily="18" charset="0"/>
              </a:rPr>
              <a:t>An Interactive Exploration of Global Population Trends</a:t>
            </a:r>
            <a:endParaRPr lang="en-US" sz="1500" b="0" strike="noStrike" spc="-1" dirty="0">
              <a:solidFill>
                <a:srgbClr val="000000"/>
              </a:solidFill>
              <a:latin typeface="Cambria" panose="02040503050406030204" pitchFamily="18" charset="0"/>
              <a:ea typeface="Cambria" panose="02040503050406030204" pitchFamily="18" charset="0"/>
            </a:endParaRPr>
          </a:p>
        </p:txBody>
      </p:sp>
      <p:sp>
        <p:nvSpPr>
          <p:cNvPr id="7" name="Title 6">
            <a:extLst>
              <a:ext uri="{FF2B5EF4-FFF2-40B4-BE49-F238E27FC236}">
                <a16:creationId xmlns:a16="http://schemas.microsoft.com/office/drawing/2014/main" id="{AD04718F-FD9B-E9CC-A8F2-16D8FDE9ABA8}"/>
              </a:ext>
            </a:extLst>
          </p:cNvPr>
          <p:cNvSpPr>
            <a:spLocks noGrp="1"/>
          </p:cNvSpPr>
          <p:nvPr>
            <p:ph type="title"/>
          </p:nvPr>
        </p:nvSpPr>
        <p:spPr>
          <a:xfrm rot="10800000" flipV="1">
            <a:off x="483219" y="1271238"/>
            <a:ext cx="4579433" cy="2475570"/>
          </a:xfrm>
        </p:spPr>
        <p:txBody>
          <a:bodyPr/>
          <a:lstStyle/>
          <a:p>
            <a:pPr>
              <a:lnSpc>
                <a:spcPct val="100000"/>
              </a:lnSpc>
            </a:pPr>
            <a:br>
              <a:rPr lang="en-US" sz="1500" dirty="0">
                <a:latin typeface="Cambria" panose="02040503050406030204" pitchFamily="18" charset="0"/>
                <a:ea typeface="Cambria" panose="02040503050406030204" pitchFamily="18" charset="0"/>
              </a:rPr>
            </a:br>
            <a:r>
              <a:rPr lang="en-US" sz="1500" dirty="0">
                <a:latin typeface="Cambria" panose="02040503050406030204" pitchFamily="18" charset="0"/>
                <a:ea typeface="Cambria" panose="02040503050406030204" pitchFamily="18" charset="0"/>
              </a:rPr>
              <a:t>This project analyzes global population trends from 1970 to 2022 using Python.</a:t>
            </a:r>
            <a:br>
              <a:rPr lang="en-US" sz="1500" dirty="0">
                <a:latin typeface="Cambria" panose="02040503050406030204" pitchFamily="18" charset="0"/>
                <a:ea typeface="Cambria" panose="02040503050406030204" pitchFamily="18" charset="0"/>
              </a:rPr>
            </a:br>
            <a:r>
              <a:rPr lang="en-US" sz="1500" dirty="0">
                <a:latin typeface="Cambria" panose="02040503050406030204" pitchFamily="18" charset="0"/>
                <a:ea typeface="Cambria" panose="02040503050406030204" pitchFamily="18" charset="0"/>
              </a:rPr>
              <a:t>We explore how population growth, density, and distribution vary across countries and continents.</a:t>
            </a:r>
            <a:br>
              <a:rPr lang="en-US" sz="1500" dirty="0">
                <a:latin typeface="Cambria" panose="02040503050406030204" pitchFamily="18" charset="0"/>
                <a:ea typeface="Cambria" panose="02040503050406030204" pitchFamily="18" charset="0"/>
              </a:rPr>
            </a:br>
            <a:r>
              <a:rPr lang="en-US" sz="1500" dirty="0">
                <a:latin typeface="Cambria" panose="02040503050406030204" pitchFamily="18" charset="0"/>
                <a:ea typeface="Cambria" panose="02040503050406030204" pitchFamily="18" charset="0"/>
              </a:rPr>
              <a:t>Using data visualization tools, we uncover key insights about the world’s most and least populated regions, growth rates, and shifts in global demographics.</a:t>
            </a:r>
            <a:br>
              <a:rPr lang="en-US" sz="1500" dirty="0">
                <a:latin typeface="Cambria" panose="02040503050406030204" pitchFamily="18" charset="0"/>
                <a:ea typeface="Cambria" panose="02040503050406030204" pitchFamily="18" charset="0"/>
              </a:rPr>
            </a:br>
            <a:endParaRPr lang="en-IN" sz="1500" dirty="0"/>
          </a:p>
        </p:txBody>
      </p:sp>
      <p:sp>
        <p:nvSpPr>
          <p:cNvPr id="8" name="TextBox 7">
            <a:extLst>
              <a:ext uri="{FF2B5EF4-FFF2-40B4-BE49-F238E27FC236}">
                <a16:creationId xmlns:a16="http://schemas.microsoft.com/office/drawing/2014/main" id="{218D299A-18A6-B9C8-CBF6-B6CD69995F6E}"/>
              </a:ext>
            </a:extLst>
          </p:cNvPr>
          <p:cNvSpPr txBox="1"/>
          <p:nvPr/>
        </p:nvSpPr>
        <p:spPr>
          <a:xfrm>
            <a:off x="267629" y="3502930"/>
            <a:ext cx="3070303" cy="369332"/>
          </a:xfrm>
          <a:prstGeom prst="rect">
            <a:avLst/>
          </a:prstGeom>
          <a:noFill/>
        </p:spPr>
        <p:txBody>
          <a:bodyPr wrap="square" rtlCol="0">
            <a:spAutoFit/>
          </a:bodyPr>
          <a:lstStyle/>
          <a:p>
            <a:r>
              <a:rPr lang="en-US" b="1" dirty="0">
                <a:solidFill>
                  <a:srgbClr val="0070C0"/>
                </a:solidFill>
                <a:latin typeface="Times New Roman" panose="02020603050405020304" pitchFamily="18" charset="0"/>
                <a:cs typeface="Times New Roman" panose="02020603050405020304" pitchFamily="18" charset="0"/>
              </a:rPr>
              <a:t>--By Shaik Mohammed Zaid</a:t>
            </a:r>
            <a:endParaRPr lang="en-IN" b="1" dirty="0">
              <a:solidFill>
                <a:srgbClr val="0070C0"/>
              </a:solidFill>
              <a:latin typeface="Times New Roman" panose="02020603050405020304" pitchFamily="18" charset="0"/>
              <a:cs typeface="Times New Roman" panose="02020603050405020304" pitchFamily="18" charset="0"/>
            </a:endParaRPr>
          </a:p>
        </p:txBody>
      </p:sp>
      <p:cxnSp>
        <p:nvCxnSpPr>
          <p:cNvPr id="9" name="Google Shape;152;p29">
            <a:extLst>
              <a:ext uri="{FF2B5EF4-FFF2-40B4-BE49-F238E27FC236}">
                <a16:creationId xmlns:a16="http://schemas.microsoft.com/office/drawing/2014/main" id="{293497DF-3B14-A01B-41EA-B3104087B6AF}"/>
              </a:ext>
            </a:extLst>
          </p:cNvPr>
          <p:cNvCxnSpPr/>
          <p:nvPr/>
        </p:nvCxnSpPr>
        <p:spPr>
          <a:xfrm>
            <a:off x="267629" y="4174822"/>
            <a:ext cx="3306960" cy="270"/>
          </a:xfrm>
          <a:prstGeom prst="straightConnector1">
            <a:avLst/>
          </a:prstGeom>
          <a:ln w="9525">
            <a:solidFill>
              <a:srgbClr val="050124"/>
            </a:solidFill>
            <a:round/>
            <a:headEnd type="oval"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719280" y="195079"/>
            <a:ext cx="7705440" cy="89496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 sz="3000" b="1" strike="noStrike" spc="-1" dirty="0">
                <a:solidFill>
                  <a:schemeClr val="tx2">
                    <a:lumMod val="75000"/>
                  </a:schemeClr>
                </a:solidFill>
                <a:latin typeface="Cambria" panose="02040503050406030204" pitchFamily="18" charset="0"/>
                <a:ea typeface="Cambria" panose="02040503050406030204" pitchFamily="18" charset="0"/>
                <a:cs typeface="Times New Roman" panose="02020603050405020304" pitchFamily="18" charset="0"/>
              </a:rPr>
              <a:t>Problem Statement</a:t>
            </a:r>
            <a:endParaRPr lang="fr-FR" sz="3000" b="1" strike="noStrike" spc="-1" dirty="0">
              <a:solidFill>
                <a:schemeClr val="tx2">
                  <a:lumMod val="75000"/>
                </a:schemeClr>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DA70465-4F64-078F-1A78-67FAC84D1745}"/>
              </a:ext>
            </a:extLst>
          </p:cNvPr>
          <p:cNvSpPr txBox="1"/>
          <p:nvPr/>
        </p:nvSpPr>
        <p:spPr>
          <a:xfrm>
            <a:off x="1194096" y="1025173"/>
            <a:ext cx="7025269" cy="3093154"/>
          </a:xfrm>
          <a:prstGeom prst="rect">
            <a:avLst/>
          </a:prstGeom>
          <a:noFill/>
        </p:spPr>
        <p:txBody>
          <a:bodyPr wrap="square" rtlCol="0">
            <a:spAutoFit/>
          </a:bodyPr>
          <a:lstStyle/>
          <a:p>
            <a:pPr algn="just">
              <a:buNone/>
            </a:pPr>
            <a:r>
              <a:rPr lang="en-US" sz="1500" dirty="0">
                <a:latin typeface="Cambria" panose="02040503050406030204" pitchFamily="18" charset="0"/>
                <a:ea typeface="Cambria" panose="02040503050406030204" pitchFamily="18" charset="0"/>
              </a:rPr>
              <a:t>The world’s population has seen rapid growth over the last five decades, with significant variation across countries and continents. This uneven growth impacts resource distribution, urban planning, economic development, and environmental sustainability. Without a clear understanding of these population dynamics, it becomes challenging for governments, organizations, and planners to make informed decisions.</a:t>
            </a:r>
          </a:p>
          <a:p>
            <a:pPr algn="just"/>
            <a:r>
              <a:rPr lang="en-US" sz="1500" dirty="0">
                <a:latin typeface="Cambria" panose="02040503050406030204" pitchFamily="18" charset="0"/>
                <a:ea typeface="Cambria" panose="02040503050406030204" pitchFamily="18" charset="0"/>
              </a:rPr>
              <a:t>This project addresses the need to analyze and visualize global population trends from 1970 to 2022. By examining population size, growth rates, density, and regional distribution, we aim to uncover meaningful insights and patterns that highlight how the world’s demographics are shifting over time. The analysis will provide a data-driven foundation for understanding global population challenges and opportunities.</a:t>
            </a:r>
          </a:p>
          <a:p>
            <a:endParaRPr lang="en-IN" sz="15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771480" y="61265"/>
            <a:ext cx="7705440" cy="89496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 sz="3000" b="1" strike="noStrike" spc="-1" dirty="0">
                <a:solidFill>
                  <a:schemeClr val="tx2">
                    <a:lumMod val="75000"/>
                  </a:schemeClr>
                </a:solidFill>
                <a:latin typeface="Cambria" panose="02040503050406030204" pitchFamily="18" charset="0"/>
                <a:ea typeface="Cambria" panose="02040503050406030204" pitchFamily="18" charset="0"/>
                <a:cs typeface="Times New Roman" panose="02020603050405020304" pitchFamily="18" charset="0"/>
              </a:rPr>
              <a:t>Technologies Used</a:t>
            </a:r>
            <a:endParaRPr lang="fr-FR" sz="3000" b="0" strike="noStrike" spc="-1" dirty="0">
              <a:solidFill>
                <a:schemeClr val="tx2">
                  <a:lumMod val="75000"/>
                </a:schemeClr>
              </a:solidFill>
              <a:latin typeface="Arial"/>
            </a:endParaRPr>
          </a:p>
        </p:txBody>
      </p:sp>
      <p:graphicFrame>
        <p:nvGraphicFramePr>
          <p:cNvPr id="2" name="Table 1">
            <a:extLst>
              <a:ext uri="{FF2B5EF4-FFF2-40B4-BE49-F238E27FC236}">
                <a16:creationId xmlns:a16="http://schemas.microsoft.com/office/drawing/2014/main" id="{15286A98-A066-02E1-6AE6-2F40F8658736}"/>
              </a:ext>
            </a:extLst>
          </p:cNvPr>
          <p:cNvGraphicFramePr>
            <a:graphicFrameLocks noGrp="1"/>
          </p:cNvGraphicFramePr>
          <p:nvPr>
            <p:extLst>
              <p:ext uri="{D42A27DB-BD31-4B8C-83A1-F6EECF244321}">
                <p14:modId xmlns:p14="http://schemas.microsoft.com/office/powerpoint/2010/main" val="1101838512"/>
              </p:ext>
            </p:extLst>
          </p:nvPr>
        </p:nvGraphicFramePr>
        <p:xfrm>
          <a:off x="1744318" y="956225"/>
          <a:ext cx="6101412" cy="3592004"/>
        </p:xfrm>
        <a:graphic>
          <a:graphicData uri="http://schemas.openxmlformats.org/drawingml/2006/table">
            <a:tbl>
              <a:tblPr firstRow="1"/>
              <a:tblGrid>
                <a:gridCol w="3050706">
                  <a:extLst>
                    <a:ext uri="{9D8B030D-6E8A-4147-A177-3AD203B41FA5}">
                      <a16:colId xmlns:a16="http://schemas.microsoft.com/office/drawing/2014/main" val="2848350473"/>
                    </a:ext>
                  </a:extLst>
                </a:gridCol>
                <a:gridCol w="3050706">
                  <a:extLst>
                    <a:ext uri="{9D8B030D-6E8A-4147-A177-3AD203B41FA5}">
                      <a16:colId xmlns:a16="http://schemas.microsoft.com/office/drawing/2014/main" val="3825598702"/>
                    </a:ext>
                  </a:extLst>
                </a:gridCol>
              </a:tblGrid>
              <a:tr h="374246">
                <a:tc>
                  <a:txBody>
                    <a:bodyPr/>
                    <a:lstStyle/>
                    <a:p>
                      <a:r>
                        <a:rPr lang="en-IN" sz="1700" b="1" dirty="0">
                          <a:latin typeface="Cambria" panose="02040503050406030204" pitchFamily="18" charset="0"/>
                          <a:ea typeface="Cambria" panose="02040503050406030204" pitchFamily="18" charset="0"/>
                        </a:rPr>
                        <a:t>Tool / Library</a:t>
                      </a:r>
                    </a:p>
                  </a:txBody>
                  <a:tcPr marL="67793" marR="67793" marT="33897" marB="338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700" b="1" dirty="0">
                          <a:latin typeface="Cambria" panose="02040503050406030204" pitchFamily="18" charset="0"/>
                          <a:ea typeface="Cambria" panose="02040503050406030204" pitchFamily="18" charset="0"/>
                        </a:rPr>
                        <a:t>Purpose</a:t>
                      </a:r>
                    </a:p>
                  </a:txBody>
                  <a:tcPr marL="67793" marR="67793" marT="33897" marB="338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9920664"/>
                  </a:ext>
                </a:extLst>
              </a:tr>
              <a:tr h="474554">
                <a:tc>
                  <a:txBody>
                    <a:bodyPr/>
                    <a:lstStyle/>
                    <a:p>
                      <a:r>
                        <a:rPr lang="en-IN" sz="1500" b="0">
                          <a:latin typeface="Cambria" panose="02040503050406030204" pitchFamily="18" charset="0"/>
                          <a:ea typeface="Cambria" panose="02040503050406030204" pitchFamily="18" charset="0"/>
                        </a:rPr>
                        <a:t>Python</a:t>
                      </a:r>
                    </a:p>
                  </a:txBody>
                  <a:tcPr marL="67793" marR="67793" marT="33897" marB="338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500">
                          <a:latin typeface="Cambria" panose="02040503050406030204" pitchFamily="18" charset="0"/>
                          <a:ea typeface="Cambria" panose="02040503050406030204" pitchFamily="18" charset="0"/>
                        </a:rPr>
                        <a:t>Core programming language for data analysis</a:t>
                      </a:r>
                    </a:p>
                  </a:txBody>
                  <a:tcPr marL="67793" marR="67793" marT="33897" marB="338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9804480"/>
                  </a:ext>
                </a:extLst>
              </a:tr>
              <a:tr h="474554">
                <a:tc>
                  <a:txBody>
                    <a:bodyPr/>
                    <a:lstStyle/>
                    <a:p>
                      <a:r>
                        <a:rPr lang="en-IN" sz="1500" b="0">
                          <a:latin typeface="Cambria" panose="02040503050406030204" pitchFamily="18" charset="0"/>
                          <a:ea typeface="Cambria" panose="02040503050406030204" pitchFamily="18" charset="0"/>
                        </a:rPr>
                        <a:t>Pandas</a:t>
                      </a:r>
                    </a:p>
                  </a:txBody>
                  <a:tcPr marL="67793" marR="67793" marT="33897" marB="338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dirty="0">
                          <a:latin typeface="Cambria" panose="02040503050406030204" pitchFamily="18" charset="0"/>
                          <a:ea typeface="Cambria" panose="02040503050406030204" pitchFamily="18" charset="0"/>
                        </a:rPr>
                        <a:t>Data cleaning, transformation, and aggregation</a:t>
                      </a:r>
                    </a:p>
                  </a:txBody>
                  <a:tcPr marL="67793" marR="67793" marT="33897" marB="338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1720826"/>
                  </a:ext>
                </a:extLst>
              </a:tr>
              <a:tr h="474554">
                <a:tc>
                  <a:txBody>
                    <a:bodyPr/>
                    <a:lstStyle/>
                    <a:p>
                      <a:r>
                        <a:rPr lang="en-IN" sz="1500" b="0">
                          <a:latin typeface="Cambria" panose="02040503050406030204" pitchFamily="18" charset="0"/>
                          <a:ea typeface="Cambria" panose="02040503050406030204" pitchFamily="18" charset="0"/>
                        </a:rPr>
                        <a:t>Matplotlib</a:t>
                      </a:r>
                    </a:p>
                  </a:txBody>
                  <a:tcPr marL="67793" marR="67793" marT="33897" marB="338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a:latin typeface="Cambria" panose="02040503050406030204" pitchFamily="18" charset="0"/>
                          <a:ea typeface="Cambria" panose="02040503050406030204" pitchFamily="18" charset="0"/>
                        </a:rPr>
                        <a:t>Basic visualizations (bar, line, pie charts)</a:t>
                      </a:r>
                    </a:p>
                  </a:txBody>
                  <a:tcPr marL="67793" marR="67793" marT="33897" marB="338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6351578"/>
                  </a:ext>
                </a:extLst>
              </a:tr>
              <a:tr h="271174">
                <a:tc>
                  <a:txBody>
                    <a:bodyPr/>
                    <a:lstStyle/>
                    <a:p>
                      <a:r>
                        <a:rPr lang="en-IN" sz="1500" b="0">
                          <a:latin typeface="Cambria" panose="02040503050406030204" pitchFamily="18" charset="0"/>
                          <a:ea typeface="Cambria" panose="02040503050406030204" pitchFamily="18" charset="0"/>
                        </a:rPr>
                        <a:t>Seaborn</a:t>
                      </a:r>
                    </a:p>
                  </a:txBody>
                  <a:tcPr marL="67793" marR="67793" marT="33897" marB="338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500">
                          <a:latin typeface="Cambria" panose="02040503050406030204" pitchFamily="18" charset="0"/>
                          <a:ea typeface="Cambria" panose="02040503050406030204" pitchFamily="18" charset="0"/>
                        </a:rPr>
                        <a:t>Statistical visualizations and heatmaps</a:t>
                      </a:r>
                    </a:p>
                  </a:txBody>
                  <a:tcPr marL="67793" marR="67793" marT="33897" marB="338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2258109"/>
                  </a:ext>
                </a:extLst>
              </a:tr>
              <a:tr h="474554">
                <a:tc>
                  <a:txBody>
                    <a:bodyPr/>
                    <a:lstStyle/>
                    <a:p>
                      <a:r>
                        <a:rPr lang="en-IN" sz="1500" b="0">
                          <a:latin typeface="Cambria" panose="02040503050406030204" pitchFamily="18" charset="0"/>
                          <a:ea typeface="Cambria" panose="02040503050406030204" pitchFamily="18" charset="0"/>
                        </a:rPr>
                        <a:t>Plotly</a:t>
                      </a:r>
                    </a:p>
                  </a:txBody>
                  <a:tcPr marL="67793" marR="67793" marT="33897" marB="338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500">
                          <a:latin typeface="Cambria" panose="02040503050406030204" pitchFamily="18" charset="0"/>
                          <a:ea typeface="Cambria" panose="02040503050406030204" pitchFamily="18" charset="0"/>
                        </a:rPr>
                        <a:t>Interactive and geographical visualizations</a:t>
                      </a:r>
                    </a:p>
                  </a:txBody>
                  <a:tcPr marL="67793" marR="67793" marT="33897" marB="338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6058253"/>
                  </a:ext>
                </a:extLst>
              </a:tr>
              <a:tr h="271174">
                <a:tc>
                  <a:txBody>
                    <a:bodyPr/>
                    <a:lstStyle/>
                    <a:p>
                      <a:r>
                        <a:rPr lang="en-IN" sz="1500" b="0" dirty="0">
                          <a:latin typeface="Cambria" panose="02040503050406030204" pitchFamily="18" charset="0"/>
                          <a:ea typeface="Cambria" panose="02040503050406030204" pitchFamily="18" charset="0"/>
                        </a:rPr>
                        <a:t>Google </a:t>
                      </a:r>
                      <a:r>
                        <a:rPr lang="en-IN" sz="1500" b="0" dirty="0" err="1">
                          <a:latin typeface="Cambria" panose="02040503050406030204" pitchFamily="18" charset="0"/>
                          <a:ea typeface="Cambria" panose="02040503050406030204" pitchFamily="18" charset="0"/>
                        </a:rPr>
                        <a:t>colab</a:t>
                      </a:r>
                      <a:r>
                        <a:rPr lang="en-IN" sz="1500" b="0" dirty="0">
                          <a:latin typeface="Cambria" panose="02040503050406030204" pitchFamily="18" charset="0"/>
                          <a:ea typeface="Cambria" panose="02040503050406030204" pitchFamily="18" charset="0"/>
                        </a:rPr>
                        <a:t> Notebook</a:t>
                      </a:r>
                    </a:p>
                  </a:txBody>
                  <a:tcPr marL="67793" marR="67793" marT="33897" marB="338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500">
                          <a:latin typeface="Cambria" panose="02040503050406030204" pitchFamily="18" charset="0"/>
                          <a:ea typeface="Cambria" panose="02040503050406030204" pitchFamily="18" charset="0"/>
                        </a:rPr>
                        <a:t>Interactive coding, data exploration</a:t>
                      </a:r>
                    </a:p>
                  </a:txBody>
                  <a:tcPr marL="67793" marR="67793" marT="33897" marB="338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0767677"/>
                  </a:ext>
                </a:extLst>
              </a:tr>
              <a:tr h="271174">
                <a:tc>
                  <a:txBody>
                    <a:bodyPr/>
                    <a:lstStyle/>
                    <a:p>
                      <a:r>
                        <a:rPr lang="en-IN" sz="1500" b="0" dirty="0">
                          <a:latin typeface="Cambria" panose="02040503050406030204" pitchFamily="18" charset="0"/>
                          <a:ea typeface="Cambria" panose="02040503050406030204" pitchFamily="18" charset="0"/>
                        </a:rPr>
                        <a:t>CSV File</a:t>
                      </a:r>
                    </a:p>
                  </a:txBody>
                  <a:tcPr marL="67793" marR="67793" marT="33897" marB="338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dirty="0">
                          <a:latin typeface="Cambria" panose="02040503050406030204" pitchFamily="18" charset="0"/>
                          <a:ea typeface="Cambria" panose="02040503050406030204" pitchFamily="18" charset="0"/>
                        </a:rPr>
                        <a:t>Source of the population dataset</a:t>
                      </a:r>
                    </a:p>
                  </a:txBody>
                  <a:tcPr marL="67793" marR="67793" marT="33897" marB="338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331784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5902711" y="3292862"/>
            <a:ext cx="3241289" cy="695160"/>
          </a:xfrm>
          <a:prstGeom prst="rect">
            <a:avLst/>
          </a:prstGeom>
          <a:noFill/>
          <a:ln w="0">
            <a:noFill/>
          </a:ln>
        </p:spPr>
        <p:txBody>
          <a:bodyPr lIns="91440" tIns="91440" rIns="91440" bIns="91440" anchor="b">
            <a:noAutofit/>
          </a:bodyPr>
          <a:lstStyle/>
          <a:p>
            <a:pPr indent="0" algn="ctr">
              <a:lnSpc>
                <a:spcPct val="100000"/>
              </a:lnSpc>
              <a:buNone/>
              <a:tabLst>
                <a:tab pos="0" algn="l"/>
              </a:tabLst>
            </a:pPr>
            <a:r>
              <a:rPr lang="en" sz="4000" spc="-1" dirty="0">
                <a:solidFill>
                  <a:schemeClr val="dk1"/>
                </a:solidFill>
                <a:latin typeface="Cambria" panose="02040503050406030204" pitchFamily="18" charset="0"/>
                <a:ea typeface="Cambria" panose="02040503050406030204" pitchFamily="18" charset="0"/>
              </a:rPr>
              <a:t>Data Cleaning</a:t>
            </a:r>
            <a:endParaRPr lang="fr-FR" sz="4000" b="0" strike="noStrike" spc="-1" dirty="0">
              <a:solidFill>
                <a:schemeClr val="dk1"/>
              </a:solidFill>
              <a:latin typeface="Cambria" panose="02040503050406030204" pitchFamily="18" charset="0"/>
              <a:ea typeface="Cambria" panose="02040503050406030204" pitchFamily="18" charset="0"/>
            </a:endParaRPr>
          </a:p>
        </p:txBody>
      </p:sp>
      <p:sp>
        <p:nvSpPr>
          <p:cNvPr id="92" name="PlaceHolder 2"/>
          <p:cNvSpPr>
            <a:spLocks noGrp="1"/>
          </p:cNvSpPr>
          <p:nvPr>
            <p:ph type="title"/>
          </p:nvPr>
        </p:nvSpPr>
        <p:spPr>
          <a:xfrm>
            <a:off x="6595639" y="2502288"/>
            <a:ext cx="1704600" cy="96156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 sz="4000" b="0" strike="noStrike" spc="-1" dirty="0">
                <a:solidFill>
                  <a:schemeClr val="dk1"/>
                </a:solidFill>
                <a:latin typeface="Cambria" panose="02040503050406030204" pitchFamily="18" charset="0"/>
                <a:ea typeface="Cambria" panose="02040503050406030204" pitchFamily="18" charset="0"/>
              </a:rPr>
              <a:t>01</a:t>
            </a:r>
            <a:endParaRPr lang="fr-FR" sz="4000" b="0" strike="noStrike" spc="-1" dirty="0">
              <a:solidFill>
                <a:schemeClr val="dk1"/>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C955A979-DCC9-ABE0-6A66-C35C9AF12D0E}"/>
              </a:ext>
            </a:extLst>
          </p:cNvPr>
          <p:cNvSpPr txBox="1"/>
          <p:nvPr/>
        </p:nvSpPr>
        <p:spPr>
          <a:xfrm>
            <a:off x="624468" y="401445"/>
            <a:ext cx="5374888" cy="400110"/>
          </a:xfrm>
          <a:prstGeom prst="rect">
            <a:avLst/>
          </a:prstGeom>
          <a:noFill/>
        </p:spPr>
        <p:txBody>
          <a:bodyPr wrap="square" rtlCol="0">
            <a:spAutoFit/>
          </a:bodyPr>
          <a:lstStyle/>
          <a:p>
            <a:r>
              <a:rPr lang="en-IN" sz="2000" b="1" dirty="0">
                <a:latin typeface="Cambria" panose="02040503050406030204" pitchFamily="18" charset="0"/>
                <a:ea typeface="Cambria" panose="02040503050406030204" pitchFamily="18" charset="0"/>
              </a:rPr>
              <a:t>Step 1- importing libraries and reading data</a:t>
            </a:r>
          </a:p>
        </p:txBody>
      </p:sp>
      <p:pic>
        <p:nvPicPr>
          <p:cNvPr id="4" name="Picture 3">
            <a:extLst>
              <a:ext uri="{FF2B5EF4-FFF2-40B4-BE49-F238E27FC236}">
                <a16:creationId xmlns:a16="http://schemas.microsoft.com/office/drawing/2014/main" id="{D44B72BE-B07B-523F-C6E9-02BDE9C6AC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078" y="967666"/>
            <a:ext cx="3376732" cy="1025996"/>
          </a:xfrm>
          <a:prstGeom prst="rect">
            <a:avLst/>
          </a:prstGeom>
        </p:spPr>
      </p:pic>
      <p:pic>
        <p:nvPicPr>
          <p:cNvPr id="6" name="Picture 5">
            <a:extLst>
              <a:ext uri="{FF2B5EF4-FFF2-40B4-BE49-F238E27FC236}">
                <a16:creationId xmlns:a16="http://schemas.microsoft.com/office/drawing/2014/main" id="{0425CBE1-D233-AA13-180A-E7E1BD71DA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7503" y="1019412"/>
            <a:ext cx="4123705" cy="922503"/>
          </a:xfrm>
          <a:prstGeom prst="rect">
            <a:avLst/>
          </a:prstGeom>
        </p:spPr>
      </p:pic>
      <p:pic>
        <p:nvPicPr>
          <p:cNvPr id="10" name="Picture 9">
            <a:extLst>
              <a:ext uri="{FF2B5EF4-FFF2-40B4-BE49-F238E27FC236}">
                <a16:creationId xmlns:a16="http://schemas.microsoft.com/office/drawing/2014/main" id="{4777E842-73F5-3491-2CDE-D47FCD9092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833" y="2602577"/>
            <a:ext cx="5751878" cy="1623963"/>
          </a:xfrm>
          <a:prstGeom prst="rect">
            <a:avLst/>
          </a:prstGeom>
        </p:spPr>
      </p:pic>
      <p:cxnSp>
        <p:nvCxnSpPr>
          <p:cNvPr id="11" name="Connector: Curved 10">
            <a:extLst>
              <a:ext uri="{FF2B5EF4-FFF2-40B4-BE49-F238E27FC236}">
                <a16:creationId xmlns:a16="http://schemas.microsoft.com/office/drawing/2014/main" id="{5BC50DD8-F7BF-07EF-FDCA-B5F517778CD5}"/>
              </a:ext>
            </a:extLst>
          </p:cNvPr>
          <p:cNvCxnSpPr>
            <a:cxnSpLocks/>
          </p:cNvCxnSpPr>
          <p:nvPr/>
        </p:nvCxnSpPr>
        <p:spPr>
          <a:xfrm rot="10800000" flipV="1">
            <a:off x="3419710" y="1951217"/>
            <a:ext cx="1977483" cy="651360"/>
          </a:xfrm>
          <a:prstGeom prst="curvedConnector3">
            <a:avLst>
              <a:gd name="adj1" fmla="val 50000"/>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2DBA8E-C4EA-D3FB-0CD8-1F9E933A61A2}"/>
              </a:ext>
            </a:extLst>
          </p:cNvPr>
          <p:cNvSpPr txBox="1"/>
          <p:nvPr/>
        </p:nvSpPr>
        <p:spPr>
          <a:xfrm>
            <a:off x="981308" y="200723"/>
            <a:ext cx="5374888" cy="400110"/>
          </a:xfrm>
          <a:prstGeom prst="rect">
            <a:avLst/>
          </a:prstGeom>
          <a:noFill/>
        </p:spPr>
        <p:txBody>
          <a:bodyPr wrap="square" rtlCol="0">
            <a:spAutoFit/>
          </a:bodyPr>
          <a:lstStyle/>
          <a:p>
            <a:r>
              <a:rPr lang="en-IN" sz="2000" b="1" dirty="0">
                <a:latin typeface="Cambria" panose="02040503050406030204" pitchFamily="18" charset="0"/>
                <a:ea typeface="Cambria" panose="02040503050406030204" pitchFamily="18" charset="0"/>
              </a:rPr>
              <a:t>Step 2- Checking Data Types</a:t>
            </a:r>
          </a:p>
        </p:txBody>
      </p:sp>
      <p:pic>
        <p:nvPicPr>
          <p:cNvPr id="6" name="Picture 5">
            <a:extLst>
              <a:ext uri="{FF2B5EF4-FFF2-40B4-BE49-F238E27FC236}">
                <a16:creationId xmlns:a16="http://schemas.microsoft.com/office/drawing/2014/main" id="{4E8D8B43-1F23-B99F-F51A-77A9D3C4F9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0117" y="817755"/>
            <a:ext cx="3055434" cy="3873192"/>
          </a:xfrm>
          <a:prstGeom prst="rect">
            <a:avLst/>
          </a:prstGeom>
        </p:spPr>
      </p:pic>
    </p:spTree>
    <p:extLst>
      <p:ext uri="{BB962C8B-B14F-4D97-AF65-F5344CB8AC3E}">
        <p14:creationId xmlns:p14="http://schemas.microsoft.com/office/powerpoint/2010/main" val="3673237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4A2CEF-3BBB-ADDF-A438-120908D4D3E7}"/>
              </a:ext>
            </a:extLst>
          </p:cNvPr>
          <p:cNvSpPr txBox="1"/>
          <p:nvPr/>
        </p:nvSpPr>
        <p:spPr>
          <a:xfrm>
            <a:off x="914401" y="208157"/>
            <a:ext cx="5374888" cy="400110"/>
          </a:xfrm>
          <a:prstGeom prst="rect">
            <a:avLst/>
          </a:prstGeom>
          <a:noFill/>
        </p:spPr>
        <p:txBody>
          <a:bodyPr wrap="square" rtlCol="0">
            <a:spAutoFit/>
          </a:bodyPr>
          <a:lstStyle/>
          <a:p>
            <a:r>
              <a:rPr lang="en-IN" sz="2000" b="1" dirty="0">
                <a:latin typeface="Cambria" panose="02040503050406030204" pitchFamily="18" charset="0"/>
                <a:ea typeface="Cambria" panose="02040503050406030204" pitchFamily="18" charset="0"/>
              </a:rPr>
              <a:t>Step 3- Finding null values and Duplicates</a:t>
            </a:r>
          </a:p>
        </p:txBody>
      </p:sp>
      <p:pic>
        <p:nvPicPr>
          <p:cNvPr id="4" name="Picture 3">
            <a:extLst>
              <a:ext uri="{FF2B5EF4-FFF2-40B4-BE49-F238E27FC236}">
                <a16:creationId xmlns:a16="http://schemas.microsoft.com/office/drawing/2014/main" id="{70CD42CD-957C-9147-625C-D0E3092392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0252" y="821471"/>
            <a:ext cx="2422384" cy="3686407"/>
          </a:xfrm>
          <a:prstGeom prst="rect">
            <a:avLst/>
          </a:prstGeom>
        </p:spPr>
      </p:pic>
      <p:pic>
        <p:nvPicPr>
          <p:cNvPr id="6" name="Picture 5">
            <a:extLst>
              <a:ext uri="{FF2B5EF4-FFF2-40B4-BE49-F238E27FC236}">
                <a16:creationId xmlns:a16="http://schemas.microsoft.com/office/drawing/2014/main" id="{3C22F1D1-5F63-CDFF-942E-A5A0430577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4986" y="821471"/>
            <a:ext cx="2239326" cy="3686407"/>
          </a:xfrm>
          <a:prstGeom prst="rect">
            <a:avLst/>
          </a:prstGeom>
        </p:spPr>
      </p:pic>
    </p:spTree>
    <p:extLst>
      <p:ext uri="{BB962C8B-B14F-4D97-AF65-F5344CB8AC3E}">
        <p14:creationId xmlns:p14="http://schemas.microsoft.com/office/powerpoint/2010/main" val="488900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7AE066-3E64-5A02-9DB1-008BC5E9F23D}"/>
              </a:ext>
            </a:extLst>
          </p:cNvPr>
          <p:cNvSpPr txBox="1"/>
          <p:nvPr/>
        </p:nvSpPr>
        <p:spPr>
          <a:xfrm>
            <a:off x="914401" y="208157"/>
            <a:ext cx="5724292" cy="400110"/>
          </a:xfrm>
          <a:prstGeom prst="rect">
            <a:avLst/>
          </a:prstGeom>
          <a:noFill/>
        </p:spPr>
        <p:txBody>
          <a:bodyPr wrap="square" rtlCol="0">
            <a:spAutoFit/>
          </a:bodyPr>
          <a:lstStyle/>
          <a:p>
            <a:r>
              <a:rPr lang="en-IN" sz="2000" b="1" dirty="0">
                <a:latin typeface="Cambria" panose="02040503050406030204" pitchFamily="18" charset="0"/>
                <a:ea typeface="Cambria" panose="02040503050406030204" pitchFamily="18" charset="0"/>
              </a:rPr>
              <a:t>Step 3 – Changing Column name &amp; Info of Data   </a:t>
            </a:r>
          </a:p>
        </p:txBody>
      </p:sp>
      <p:pic>
        <p:nvPicPr>
          <p:cNvPr id="4" name="Picture 3">
            <a:extLst>
              <a:ext uri="{FF2B5EF4-FFF2-40B4-BE49-F238E27FC236}">
                <a16:creationId xmlns:a16="http://schemas.microsoft.com/office/drawing/2014/main" id="{159398D6-8F0E-AD47-BD12-2D863B93E7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2792" y="1394276"/>
            <a:ext cx="4371801" cy="2659208"/>
          </a:xfrm>
          <a:prstGeom prst="rect">
            <a:avLst/>
          </a:prstGeom>
        </p:spPr>
      </p:pic>
      <p:pic>
        <p:nvPicPr>
          <p:cNvPr id="6" name="Picture 5">
            <a:extLst>
              <a:ext uri="{FF2B5EF4-FFF2-40B4-BE49-F238E27FC236}">
                <a16:creationId xmlns:a16="http://schemas.microsoft.com/office/drawing/2014/main" id="{F744C241-F607-320E-AD93-3A3771C87A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073" y="1394276"/>
            <a:ext cx="3427665" cy="2813272"/>
          </a:xfrm>
          <a:prstGeom prst="rect">
            <a:avLst/>
          </a:prstGeom>
        </p:spPr>
      </p:pic>
      <p:pic>
        <p:nvPicPr>
          <p:cNvPr id="8" name="Picture 7">
            <a:extLst>
              <a:ext uri="{FF2B5EF4-FFF2-40B4-BE49-F238E27FC236}">
                <a16:creationId xmlns:a16="http://schemas.microsoft.com/office/drawing/2014/main" id="{A9D60436-35C1-B7F5-327D-3D462349A0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1" y="735897"/>
            <a:ext cx="5070616" cy="400109"/>
          </a:xfrm>
          <a:prstGeom prst="rect">
            <a:avLst/>
          </a:prstGeom>
        </p:spPr>
      </p:pic>
    </p:spTree>
    <p:extLst>
      <p:ext uri="{BB962C8B-B14F-4D97-AF65-F5344CB8AC3E}">
        <p14:creationId xmlns:p14="http://schemas.microsoft.com/office/powerpoint/2010/main" val="2061776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4734502" y="1569240"/>
            <a:ext cx="4505040" cy="1390320"/>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 sz="4000" spc="-1" dirty="0">
                <a:solidFill>
                  <a:schemeClr val="dk1"/>
                </a:solidFill>
                <a:latin typeface="Cambria" panose="02040503050406030204" pitchFamily="18" charset="0"/>
                <a:ea typeface="Cambria" panose="02040503050406030204" pitchFamily="18" charset="0"/>
              </a:rPr>
              <a:t>Data Visualization</a:t>
            </a:r>
            <a:endParaRPr lang="fr-FR" sz="4000" b="0" strike="noStrike" spc="-1" dirty="0">
              <a:solidFill>
                <a:schemeClr val="dk1"/>
              </a:solidFill>
              <a:latin typeface="Cambria" panose="02040503050406030204" pitchFamily="18" charset="0"/>
              <a:ea typeface="Cambria" panose="02040503050406030204" pitchFamily="18" charset="0"/>
            </a:endParaRPr>
          </a:p>
        </p:txBody>
      </p:sp>
      <p:sp>
        <p:nvSpPr>
          <p:cNvPr id="102" name="PlaceHolder 2"/>
          <p:cNvSpPr>
            <a:spLocks noGrp="1"/>
          </p:cNvSpPr>
          <p:nvPr>
            <p:ph type="title"/>
          </p:nvPr>
        </p:nvSpPr>
        <p:spPr>
          <a:xfrm>
            <a:off x="6134722" y="1422900"/>
            <a:ext cx="1704600" cy="96156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 sz="4000" b="0" strike="noStrike" spc="-1" dirty="0">
                <a:solidFill>
                  <a:schemeClr val="dk1"/>
                </a:solidFill>
                <a:latin typeface="Cambria" panose="02040503050406030204" pitchFamily="18" charset="0"/>
                <a:ea typeface="Cambria" panose="02040503050406030204" pitchFamily="18" charset="0"/>
              </a:rPr>
              <a:t>02</a:t>
            </a:r>
            <a:endParaRPr lang="fr-FR" sz="4000" b="0" strike="noStrike" spc="-1" dirty="0">
              <a:solidFill>
                <a:schemeClr val="dk1"/>
              </a:solidFill>
              <a:latin typeface="Cambria" panose="02040503050406030204" pitchFamily="18" charset="0"/>
              <a:ea typeface="Cambria" panose="02040503050406030204" pitchFamily="18" charset="0"/>
            </a:endParaRPr>
          </a:p>
        </p:txBody>
      </p:sp>
      <p:pic>
        <p:nvPicPr>
          <p:cNvPr id="104" name="Google Shape;200;p32"/>
          <p:cNvPicPr/>
          <p:nvPr/>
        </p:nvPicPr>
        <p:blipFill>
          <a:blip r:embed="rId2"/>
          <a:srcRect t="16676" b="16676"/>
          <a:stretch/>
        </p:blipFill>
        <p:spPr>
          <a:xfrm>
            <a:off x="480960" y="894960"/>
            <a:ext cx="2979000" cy="2979000"/>
          </a:xfrm>
          <a:prstGeom prst="rect">
            <a:avLst/>
          </a:prstGeom>
          <a:ln w="19050">
            <a:solidFill>
              <a:srgbClr val="7857C9"/>
            </a:solidFill>
            <a:round/>
          </a:ln>
        </p:spPr>
      </p:pic>
      <p:sp>
        <p:nvSpPr>
          <p:cNvPr id="2" name="TextBox 1">
            <a:extLst>
              <a:ext uri="{FF2B5EF4-FFF2-40B4-BE49-F238E27FC236}">
                <a16:creationId xmlns:a16="http://schemas.microsoft.com/office/drawing/2014/main" id="{3D078DED-9703-F6BF-A2AB-D5117CEFDA79}"/>
              </a:ext>
            </a:extLst>
          </p:cNvPr>
          <p:cNvSpPr txBox="1"/>
          <p:nvPr/>
        </p:nvSpPr>
        <p:spPr>
          <a:xfrm>
            <a:off x="1174596" y="3947532"/>
            <a:ext cx="1858536" cy="400110"/>
          </a:xfrm>
          <a:prstGeom prst="rect">
            <a:avLst/>
          </a:prstGeom>
          <a:noFill/>
        </p:spPr>
        <p:txBody>
          <a:bodyPr wrap="square" rtlCol="0">
            <a:spAutoFit/>
          </a:bodyPr>
          <a:lstStyle/>
          <a:p>
            <a:r>
              <a:rPr lang="en-IN" sz="2000" dirty="0">
                <a:latin typeface="Cambria" panose="02040503050406030204" pitchFamily="18" charset="0"/>
                <a:ea typeface="Cambria" panose="02040503050406030204" pitchFamily="18" charset="0"/>
              </a:rPr>
              <a:t>Data Insights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E00DC1-A645-3094-A77F-DEEF43FB5402}"/>
              </a:ext>
            </a:extLst>
          </p:cNvPr>
          <p:cNvSpPr txBox="1"/>
          <p:nvPr/>
        </p:nvSpPr>
        <p:spPr>
          <a:xfrm>
            <a:off x="446047" y="211417"/>
            <a:ext cx="5456665" cy="400110"/>
          </a:xfrm>
          <a:prstGeom prst="rect">
            <a:avLst/>
          </a:prstGeom>
          <a:noFill/>
        </p:spPr>
        <p:txBody>
          <a:bodyPr wrap="square" rtlCol="0">
            <a:spAutoFit/>
          </a:bodyPr>
          <a:lstStyle/>
          <a:p>
            <a:r>
              <a:rPr lang="en-IN" sz="2000" b="1" dirty="0">
                <a:latin typeface="Cambria" panose="02040503050406030204" pitchFamily="18" charset="0"/>
                <a:ea typeface="Cambria" panose="02040503050406030204" pitchFamily="18" charset="0"/>
              </a:rPr>
              <a:t>1) Map of Population Density </a:t>
            </a:r>
          </a:p>
        </p:txBody>
      </p:sp>
      <p:pic>
        <p:nvPicPr>
          <p:cNvPr id="8" name="Picture 7">
            <a:extLst>
              <a:ext uri="{FF2B5EF4-FFF2-40B4-BE49-F238E27FC236}">
                <a16:creationId xmlns:a16="http://schemas.microsoft.com/office/drawing/2014/main" id="{5E5BBC00-68B1-6AE0-1FC6-B7DC7C2884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587" y="657293"/>
            <a:ext cx="4845247" cy="1418654"/>
          </a:xfrm>
          <a:prstGeom prst="rect">
            <a:avLst/>
          </a:prstGeom>
        </p:spPr>
      </p:pic>
      <p:pic>
        <p:nvPicPr>
          <p:cNvPr id="10" name="Picture 9">
            <a:extLst>
              <a:ext uri="{FF2B5EF4-FFF2-40B4-BE49-F238E27FC236}">
                <a16:creationId xmlns:a16="http://schemas.microsoft.com/office/drawing/2014/main" id="{03BE58B7-AE49-85DB-E320-30406D9B31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4156" y="2571750"/>
            <a:ext cx="5999356" cy="2248792"/>
          </a:xfrm>
          <a:prstGeom prst="rect">
            <a:avLst/>
          </a:prstGeom>
        </p:spPr>
      </p:pic>
      <p:sp>
        <p:nvSpPr>
          <p:cNvPr id="11" name="Arrow: Curved Left 10">
            <a:extLst>
              <a:ext uri="{FF2B5EF4-FFF2-40B4-BE49-F238E27FC236}">
                <a16:creationId xmlns:a16="http://schemas.microsoft.com/office/drawing/2014/main" id="{60410138-1581-F90E-DCEF-A39A8B3BEA0A}"/>
              </a:ext>
            </a:extLst>
          </p:cNvPr>
          <p:cNvSpPr/>
          <p:nvPr/>
        </p:nvSpPr>
        <p:spPr>
          <a:xfrm>
            <a:off x="5902712" y="1732156"/>
            <a:ext cx="341971" cy="735981"/>
          </a:xfrm>
          <a:prstGeom prst="curvedLeftArrow">
            <a:avLst/>
          </a:prstGeom>
          <a:solidFill>
            <a:schemeClr val="tx2"/>
          </a:solidFill>
          <a:ln>
            <a:solidFill>
              <a:schemeClr val="tx2">
                <a:lumMod val="60000"/>
                <a:lumOff val="40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555992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CC858B-E8CD-5EC2-3815-BEBB823139AC}"/>
              </a:ext>
            </a:extLst>
          </p:cNvPr>
          <p:cNvSpPr txBox="1"/>
          <p:nvPr/>
        </p:nvSpPr>
        <p:spPr>
          <a:xfrm>
            <a:off x="570146" y="167705"/>
            <a:ext cx="5456665" cy="400110"/>
          </a:xfrm>
          <a:prstGeom prst="rect">
            <a:avLst/>
          </a:prstGeom>
          <a:noFill/>
        </p:spPr>
        <p:txBody>
          <a:bodyPr wrap="square" rtlCol="0">
            <a:spAutoFit/>
          </a:bodyPr>
          <a:lstStyle/>
          <a:p>
            <a:r>
              <a:rPr lang="en-IN" sz="2000" b="1" dirty="0">
                <a:latin typeface="Cambria" panose="02040503050406030204" pitchFamily="18" charset="0"/>
                <a:ea typeface="Cambria" panose="02040503050406030204" pitchFamily="18" charset="0"/>
              </a:rPr>
              <a:t>2) </a:t>
            </a:r>
            <a:r>
              <a:rPr lang="en-US" sz="2000" b="1" dirty="0">
                <a:latin typeface="Cambria" panose="02040503050406030204" pitchFamily="18" charset="0"/>
                <a:ea typeface="Cambria" panose="02040503050406030204" pitchFamily="18" charset="0"/>
              </a:rPr>
              <a:t>Top 10 Most Populated Countries in 2022</a:t>
            </a:r>
            <a:endParaRPr lang="en-IN" sz="2000" b="1"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75E5B8E8-2359-2C52-9FF3-D6AD2BE071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8282" y="671439"/>
            <a:ext cx="4515400" cy="1348397"/>
          </a:xfrm>
          <a:prstGeom prst="rect">
            <a:avLst/>
          </a:prstGeom>
        </p:spPr>
      </p:pic>
      <p:pic>
        <p:nvPicPr>
          <p:cNvPr id="6" name="Picture 5">
            <a:extLst>
              <a:ext uri="{FF2B5EF4-FFF2-40B4-BE49-F238E27FC236}">
                <a16:creationId xmlns:a16="http://schemas.microsoft.com/office/drawing/2014/main" id="{02574578-ECFC-B60F-1F39-216F60B6DF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0117" y="2290644"/>
            <a:ext cx="5297376" cy="2685152"/>
          </a:xfrm>
          <a:prstGeom prst="rect">
            <a:avLst/>
          </a:prstGeom>
        </p:spPr>
      </p:pic>
      <p:sp>
        <p:nvSpPr>
          <p:cNvPr id="7" name="Arrow: Curved Left 6">
            <a:extLst>
              <a:ext uri="{FF2B5EF4-FFF2-40B4-BE49-F238E27FC236}">
                <a16:creationId xmlns:a16="http://schemas.microsoft.com/office/drawing/2014/main" id="{3C2F8A24-C563-436F-066C-EBE51F58E8F3}"/>
              </a:ext>
            </a:extLst>
          </p:cNvPr>
          <p:cNvSpPr/>
          <p:nvPr/>
        </p:nvSpPr>
        <p:spPr>
          <a:xfrm>
            <a:off x="5761463" y="1505928"/>
            <a:ext cx="341971" cy="735981"/>
          </a:xfrm>
          <a:prstGeom prst="curvedLeftArrow">
            <a:avLst/>
          </a:prstGeom>
          <a:solidFill>
            <a:schemeClr val="tx2"/>
          </a:solidFill>
          <a:ln>
            <a:solidFill>
              <a:schemeClr val="tx2">
                <a:lumMod val="60000"/>
                <a:lumOff val="40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671979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B73E3F-7020-5F3F-0047-D864958435FB}"/>
              </a:ext>
            </a:extLst>
          </p:cNvPr>
          <p:cNvSpPr txBox="1"/>
          <p:nvPr/>
        </p:nvSpPr>
        <p:spPr>
          <a:xfrm>
            <a:off x="661637" y="253450"/>
            <a:ext cx="5456665" cy="400110"/>
          </a:xfrm>
          <a:prstGeom prst="rect">
            <a:avLst/>
          </a:prstGeom>
          <a:noFill/>
        </p:spPr>
        <p:txBody>
          <a:bodyPr wrap="square" rtlCol="0">
            <a:spAutoFit/>
          </a:bodyPr>
          <a:lstStyle/>
          <a:p>
            <a:r>
              <a:rPr lang="en-IN" sz="2000" b="1" dirty="0">
                <a:latin typeface="Cambria" panose="02040503050406030204" pitchFamily="18" charset="0"/>
                <a:ea typeface="Cambria" panose="02040503050406030204" pitchFamily="18" charset="0"/>
              </a:rPr>
              <a:t>3) Population Share by Continent</a:t>
            </a:r>
          </a:p>
        </p:txBody>
      </p:sp>
      <p:pic>
        <p:nvPicPr>
          <p:cNvPr id="4" name="Picture 3">
            <a:extLst>
              <a:ext uri="{FF2B5EF4-FFF2-40B4-BE49-F238E27FC236}">
                <a16:creationId xmlns:a16="http://schemas.microsoft.com/office/drawing/2014/main" id="{C94B5AF5-60C0-0771-058B-81C1EDCF8F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0528" y="653561"/>
            <a:ext cx="5210301" cy="810364"/>
          </a:xfrm>
          <a:prstGeom prst="rect">
            <a:avLst/>
          </a:prstGeom>
        </p:spPr>
      </p:pic>
      <p:pic>
        <p:nvPicPr>
          <p:cNvPr id="6" name="Picture 5">
            <a:extLst>
              <a:ext uri="{FF2B5EF4-FFF2-40B4-BE49-F238E27FC236}">
                <a16:creationId xmlns:a16="http://schemas.microsoft.com/office/drawing/2014/main" id="{DAA143E8-ED1A-15BD-28FB-603B5822F9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0845" y="1775913"/>
            <a:ext cx="3694913" cy="2967074"/>
          </a:xfrm>
          <a:prstGeom prst="rect">
            <a:avLst/>
          </a:prstGeom>
        </p:spPr>
      </p:pic>
      <p:sp>
        <p:nvSpPr>
          <p:cNvPr id="7" name="Arrow: Curved Left 6">
            <a:extLst>
              <a:ext uri="{FF2B5EF4-FFF2-40B4-BE49-F238E27FC236}">
                <a16:creationId xmlns:a16="http://schemas.microsoft.com/office/drawing/2014/main" id="{9C9EC25C-50BA-91FE-CB29-A1BB88676F5E}"/>
              </a:ext>
            </a:extLst>
          </p:cNvPr>
          <p:cNvSpPr/>
          <p:nvPr/>
        </p:nvSpPr>
        <p:spPr>
          <a:xfrm>
            <a:off x="6118302" y="902523"/>
            <a:ext cx="341971" cy="735981"/>
          </a:xfrm>
          <a:prstGeom prst="curvedLeftArrow">
            <a:avLst/>
          </a:prstGeom>
          <a:solidFill>
            <a:schemeClr val="tx2"/>
          </a:solidFill>
          <a:ln>
            <a:solidFill>
              <a:schemeClr val="tx2">
                <a:lumMod val="60000"/>
                <a:lumOff val="40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479917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5ED7FF-3D20-8543-B861-C5D7DA88CA3A}"/>
              </a:ext>
            </a:extLst>
          </p:cNvPr>
          <p:cNvSpPr txBox="1"/>
          <p:nvPr/>
        </p:nvSpPr>
        <p:spPr>
          <a:xfrm>
            <a:off x="498087" y="269499"/>
            <a:ext cx="6036528" cy="400110"/>
          </a:xfrm>
          <a:prstGeom prst="rect">
            <a:avLst/>
          </a:prstGeom>
          <a:noFill/>
        </p:spPr>
        <p:txBody>
          <a:bodyPr wrap="square" rtlCol="0">
            <a:spAutoFit/>
          </a:bodyPr>
          <a:lstStyle/>
          <a:p>
            <a:r>
              <a:rPr lang="en-IN" sz="2000" b="1" dirty="0">
                <a:latin typeface="Cambria" panose="02040503050406030204" pitchFamily="18" charset="0"/>
                <a:ea typeface="Cambria" panose="02040503050406030204" pitchFamily="18" charset="0"/>
              </a:rPr>
              <a:t>4) Population Growth Trend in India, China, USA</a:t>
            </a:r>
          </a:p>
        </p:txBody>
      </p:sp>
      <p:pic>
        <p:nvPicPr>
          <p:cNvPr id="4" name="Picture 3">
            <a:extLst>
              <a:ext uri="{FF2B5EF4-FFF2-40B4-BE49-F238E27FC236}">
                <a16:creationId xmlns:a16="http://schemas.microsoft.com/office/drawing/2014/main" id="{76974019-850C-65A0-6CC2-C30ECF558E2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4205" y="781763"/>
            <a:ext cx="5070088" cy="1225357"/>
          </a:xfrm>
          <a:prstGeom prst="rect">
            <a:avLst/>
          </a:prstGeom>
        </p:spPr>
      </p:pic>
      <p:pic>
        <p:nvPicPr>
          <p:cNvPr id="6" name="Picture 5">
            <a:extLst>
              <a:ext uri="{FF2B5EF4-FFF2-40B4-BE49-F238E27FC236}">
                <a16:creationId xmlns:a16="http://schemas.microsoft.com/office/drawing/2014/main" id="{76B7C2BF-67FB-ABBD-9144-B874194C14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89248" y="2130422"/>
            <a:ext cx="5705493" cy="2743579"/>
          </a:xfrm>
          <a:prstGeom prst="rect">
            <a:avLst/>
          </a:prstGeom>
        </p:spPr>
      </p:pic>
      <p:sp>
        <p:nvSpPr>
          <p:cNvPr id="7" name="Arrow: Curved Left 6">
            <a:extLst>
              <a:ext uri="{FF2B5EF4-FFF2-40B4-BE49-F238E27FC236}">
                <a16:creationId xmlns:a16="http://schemas.microsoft.com/office/drawing/2014/main" id="{DFCBF580-D1E0-4CB2-242A-940F2FA151B5}"/>
              </a:ext>
            </a:extLst>
          </p:cNvPr>
          <p:cNvSpPr/>
          <p:nvPr/>
        </p:nvSpPr>
        <p:spPr>
          <a:xfrm>
            <a:off x="5977053" y="1394441"/>
            <a:ext cx="341971" cy="735981"/>
          </a:xfrm>
          <a:prstGeom prst="curvedLeftArrow">
            <a:avLst/>
          </a:prstGeom>
          <a:solidFill>
            <a:schemeClr val="tx2"/>
          </a:solidFill>
          <a:ln>
            <a:solidFill>
              <a:schemeClr val="tx2">
                <a:lumMod val="60000"/>
                <a:lumOff val="40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94254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1C3D68-FD28-E003-81DD-B70FDCF51C9E}"/>
              </a:ext>
            </a:extLst>
          </p:cNvPr>
          <p:cNvSpPr txBox="1"/>
          <p:nvPr/>
        </p:nvSpPr>
        <p:spPr>
          <a:xfrm>
            <a:off x="487423" y="185853"/>
            <a:ext cx="5456665" cy="400110"/>
          </a:xfrm>
          <a:prstGeom prst="rect">
            <a:avLst/>
          </a:prstGeom>
          <a:noFill/>
        </p:spPr>
        <p:txBody>
          <a:bodyPr wrap="square" rtlCol="0">
            <a:spAutoFit/>
          </a:bodyPr>
          <a:lstStyle/>
          <a:p>
            <a:r>
              <a:rPr lang="en-IN" sz="2000" b="1" dirty="0">
                <a:latin typeface="Cambria" panose="02040503050406030204" pitchFamily="18" charset="0"/>
                <a:ea typeface="Cambria" panose="02040503050406030204" pitchFamily="18" charset="0"/>
              </a:rPr>
              <a:t>5) Area Wise Density and Growth Rate</a:t>
            </a:r>
          </a:p>
        </p:txBody>
      </p:sp>
      <p:pic>
        <p:nvPicPr>
          <p:cNvPr id="4" name="Picture 3">
            <a:extLst>
              <a:ext uri="{FF2B5EF4-FFF2-40B4-BE49-F238E27FC236}">
                <a16:creationId xmlns:a16="http://schemas.microsoft.com/office/drawing/2014/main" id="{4731FF5C-CE90-DA17-D262-860E7A4991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892" y="705723"/>
            <a:ext cx="4800074" cy="760165"/>
          </a:xfrm>
          <a:prstGeom prst="rect">
            <a:avLst/>
          </a:prstGeom>
        </p:spPr>
      </p:pic>
      <p:pic>
        <p:nvPicPr>
          <p:cNvPr id="6" name="Picture 5">
            <a:extLst>
              <a:ext uri="{FF2B5EF4-FFF2-40B4-BE49-F238E27FC236}">
                <a16:creationId xmlns:a16="http://schemas.microsoft.com/office/drawing/2014/main" id="{3B8C2C02-D65E-0E14-AAD5-A6050AB2E3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3144" y="1889089"/>
            <a:ext cx="3347188" cy="2955299"/>
          </a:xfrm>
          <a:prstGeom prst="rect">
            <a:avLst/>
          </a:prstGeom>
        </p:spPr>
      </p:pic>
      <p:sp>
        <p:nvSpPr>
          <p:cNvPr id="7" name="Arrow: Curved Left 6">
            <a:extLst>
              <a:ext uri="{FF2B5EF4-FFF2-40B4-BE49-F238E27FC236}">
                <a16:creationId xmlns:a16="http://schemas.microsoft.com/office/drawing/2014/main" id="{96270EB1-9218-5139-0744-9D0BF22E1A95}"/>
              </a:ext>
            </a:extLst>
          </p:cNvPr>
          <p:cNvSpPr/>
          <p:nvPr/>
        </p:nvSpPr>
        <p:spPr>
          <a:xfrm>
            <a:off x="5773102" y="996176"/>
            <a:ext cx="341971" cy="780586"/>
          </a:xfrm>
          <a:prstGeom prst="curvedLeftArrow">
            <a:avLst/>
          </a:prstGeom>
          <a:solidFill>
            <a:schemeClr val="tx2"/>
          </a:solidFill>
          <a:ln>
            <a:solidFill>
              <a:schemeClr val="tx2">
                <a:lumMod val="60000"/>
                <a:lumOff val="40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896458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4BE8E8-9A1E-7D8F-EEC8-8104513B7AB6}"/>
              </a:ext>
            </a:extLst>
          </p:cNvPr>
          <p:cNvSpPr txBox="1"/>
          <p:nvPr/>
        </p:nvSpPr>
        <p:spPr>
          <a:xfrm>
            <a:off x="602164" y="208156"/>
            <a:ext cx="5456665" cy="400110"/>
          </a:xfrm>
          <a:prstGeom prst="rect">
            <a:avLst/>
          </a:prstGeom>
          <a:noFill/>
        </p:spPr>
        <p:txBody>
          <a:bodyPr wrap="square" rtlCol="0">
            <a:spAutoFit/>
          </a:bodyPr>
          <a:lstStyle/>
          <a:p>
            <a:r>
              <a:rPr lang="en-IN" sz="2000" b="1" dirty="0">
                <a:latin typeface="Cambria" panose="02040503050406030204" pitchFamily="18" charset="0"/>
                <a:ea typeface="Cambria" panose="02040503050406030204" pitchFamily="18" charset="0"/>
              </a:rPr>
              <a:t>6)Area vs Population</a:t>
            </a:r>
          </a:p>
        </p:txBody>
      </p:sp>
      <p:pic>
        <p:nvPicPr>
          <p:cNvPr id="4" name="Picture 3">
            <a:extLst>
              <a:ext uri="{FF2B5EF4-FFF2-40B4-BE49-F238E27FC236}">
                <a16:creationId xmlns:a16="http://schemas.microsoft.com/office/drawing/2014/main" id="{5EA211D2-1910-5020-A161-5786810AA4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583" y="446049"/>
            <a:ext cx="5471286" cy="1320731"/>
          </a:xfrm>
          <a:prstGeom prst="rect">
            <a:avLst/>
          </a:prstGeom>
        </p:spPr>
      </p:pic>
      <p:pic>
        <p:nvPicPr>
          <p:cNvPr id="6" name="Picture 5">
            <a:extLst>
              <a:ext uri="{FF2B5EF4-FFF2-40B4-BE49-F238E27FC236}">
                <a16:creationId xmlns:a16="http://schemas.microsoft.com/office/drawing/2014/main" id="{4A56BD18-FD2A-D5E3-0C17-55B34C224A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9478" y="1977148"/>
            <a:ext cx="5341108" cy="3077143"/>
          </a:xfrm>
          <a:prstGeom prst="rect">
            <a:avLst/>
          </a:prstGeom>
        </p:spPr>
      </p:pic>
      <p:sp>
        <p:nvSpPr>
          <p:cNvPr id="9" name="Arrow: Curved Left 8">
            <a:extLst>
              <a:ext uri="{FF2B5EF4-FFF2-40B4-BE49-F238E27FC236}">
                <a16:creationId xmlns:a16="http://schemas.microsoft.com/office/drawing/2014/main" id="{837F1813-BC92-E150-AA53-075C5E69EF39}"/>
              </a:ext>
            </a:extLst>
          </p:cNvPr>
          <p:cNvSpPr/>
          <p:nvPr/>
        </p:nvSpPr>
        <p:spPr>
          <a:xfrm>
            <a:off x="6332198" y="1275791"/>
            <a:ext cx="341971" cy="701357"/>
          </a:xfrm>
          <a:prstGeom prst="curvedLeftArrow">
            <a:avLst/>
          </a:prstGeom>
          <a:solidFill>
            <a:schemeClr val="tx2"/>
          </a:solidFill>
          <a:ln>
            <a:solidFill>
              <a:schemeClr val="tx2">
                <a:lumMod val="60000"/>
                <a:lumOff val="40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565876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630071" y="336328"/>
            <a:ext cx="7705440" cy="89496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 sz="4000" b="0" strike="noStrike" spc="-1" dirty="0">
                <a:solidFill>
                  <a:schemeClr val="tx2">
                    <a:lumMod val="75000"/>
                  </a:schemeClr>
                </a:solidFill>
                <a:latin typeface="Cambria" panose="02040503050406030204" pitchFamily="18" charset="0"/>
                <a:ea typeface="Cambria" panose="02040503050406030204" pitchFamily="18" charset="0"/>
              </a:rPr>
              <a:t>Conclusion</a:t>
            </a:r>
            <a:endParaRPr lang="fr-FR" sz="4000" b="0" strike="noStrike" spc="-1" dirty="0">
              <a:solidFill>
                <a:schemeClr val="tx2">
                  <a:lumMod val="75000"/>
                </a:schemeClr>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F7BF51C8-DAE7-B4DD-D140-3167613CAEE7}"/>
              </a:ext>
            </a:extLst>
          </p:cNvPr>
          <p:cNvSpPr txBox="1"/>
          <p:nvPr/>
        </p:nvSpPr>
        <p:spPr>
          <a:xfrm>
            <a:off x="944137" y="1353015"/>
            <a:ext cx="7077308" cy="2862322"/>
          </a:xfrm>
          <a:prstGeom prst="rect">
            <a:avLst/>
          </a:prstGeom>
          <a:noFill/>
        </p:spPr>
        <p:txBody>
          <a:bodyPr wrap="square" rtlCol="0">
            <a:spAutoFit/>
          </a:bodyPr>
          <a:lstStyle/>
          <a:p>
            <a:pPr algn="just">
              <a:buNone/>
            </a:pPr>
            <a:r>
              <a:rPr lang="en-US" sz="1500" dirty="0">
                <a:latin typeface="Cambria" panose="02040503050406030204" pitchFamily="18" charset="0"/>
                <a:ea typeface="Cambria" panose="02040503050406030204" pitchFamily="18" charset="0"/>
              </a:rPr>
              <a:t>This project provided a comprehensive analysis of global population trends from 1970 to 2022. Through data visualization and statistical exploration, we uncovered key insights into how the world’s population is distributed, how rapidly it's growing in different regions, and which countries dominate in terms of size and density.</a:t>
            </a:r>
          </a:p>
          <a:p>
            <a:pPr algn="just"/>
            <a:r>
              <a:rPr lang="en-US" sz="1500" dirty="0">
                <a:latin typeface="Cambria" panose="02040503050406030204" pitchFamily="18" charset="0"/>
                <a:ea typeface="Cambria" panose="02040503050406030204" pitchFamily="18" charset="0"/>
              </a:rPr>
              <a:t>Some major takeaways include:</a:t>
            </a:r>
          </a:p>
          <a:p>
            <a:pPr marL="285750" indent="-285750" algn="just">
              <a:buFont typeface="Arial" panose="020B0604020202020204" pitchFamily="34" charset="0"/>
              <a:buChar char="•"/>
            </a:pPr>
            <a:r>
              <a:rPr lang="en-US" sz="1500" b="1" dirty="0">
                <a:latin typeface="Cambria" panose="02040503050406030204" pitchFamily="18" charset="0"/>
                <a:ea typeface="Cambria" panose="02040503050406030204" pitchFamily="18" charset="0"/>
              </a:rPr>
              <a:t>Asia</a:t>
            </a:r>
            <a:r>
              <a:rPr lang="en-US" sz="1500" dirty="0">
                <a:latin typeface="Cambria" panose="02040503050406030204" pitchFamily="18" charset="0"/>
                <a:ea typeface="Cambria" panose="02040503050406030204" pitchFamily="18" charset="0"/>
              </a:rPr>
              <a:t> continues to hold the majority of the world’s population.</a:t>
            </a:r>
          </a:p>
          <a:p>
            <a:pPr marL="285750" indent="-285750" algn="just">
              <a:buFont typeface="Arial" panose="020B0604020202020204" pitchFamily="34" charset="0"/>
              <a:buChar char="•"/>
            </a:pPr>
            <a:r>
              <a:rPr lang="en-US" sz="1500" b="1" dirty="0">
                <a:latin typeface="Cambria" panose="02040503050406030204" pitchFamily="18" charset="0"/>
                <a:ea typeface="Cambria" panose="02040503050406030204" pitchFamily="18" charset="0"/>
              </a:rPr>
              <a:t>Africa</a:t>
            </a:r>
            <a:r>
              <a:rPr lang="en-US" sz="1500" dirty="0">
                <a:latin typeface="Cambria" panose="02040503050406030204" pitchFamily="18" charset="0"/>
                <a:ea typeface="Cambria" panose="02040503050406030204" pitchFamily="18" charset="0"/>
              </a:rPr>
              <a:t> shows the </a:t>
            </a:r>
            <a:r>
              <a:rPr lang="en-US" sz="1500" b="1" dirty="0">
                <a:latin typeface="Cambria" panose="02040503050406030204" pitchFamily="18" charset="0"/>
                <a:ea typeface="Cambria" panose="02040503050406030204" pitchFamily="18" charset="0"/>
              </a:rPr>
              <a:t>fastest growth rate</a:t>
            </a:r>
            <a:r>
              <a:rPr lang="en-US" sz="1500" dirty="0">
                <a:latin typeface="Cambria" panose="02040503050406030204" pitchFamily="18" charset="0"/>
                <a:ea typeface="Cambria" panose="02040503050406030204" pitchFamily="18" charset="0"/>
              </a:rPr>
              <a:t>, indicating future demographic shifts.</a:t>
            </a:r>
          </a:p>
          <a:p>
            <a:pPr marL="285750" indent="-285750" algn="just">
              <a:buFont typeface="Arial" panose="020B0604020202020204" pitchFamily="34" charset="0"/>
              <a:buChar char="•"/>
            </a:pPr>
            <a:r>
              <a:rPr lang="en-US" sz="1500" b="1" dirty="0">
                <a:latin typeface="Cambria" panose="02040503050406030204" pitchFamily="18" charset="0"/>
                <a:ea typeface="Cambria" panose="02040503050406030204" pitchFamily="18" charset="0"/>
              </a:rPr>
              <a:t>Population density</a:t>
            </a:r>
            <a:r>
              <a:rPr lang="en-US" sz="1500" dirty="0">
                <a:latin typeface="Cambria" panose="02040503050406030204" pitchFamily="18" charset="0"/>
                <a:ea typeface="Cambria" panose="02040503050406030204" pitchFamily="18" charset="0"/>
              </a:rPr>
              <a:t> does not always correlate with land area, highlighting urban concentration challenges.</a:t>
            </a:r>
          </a:p>
          <a:p>
            <a:pPr marL="285750" indent="-285750" algn="just">
              <a:buFont typeface="Arial" panose="020B0604020202020204" pitchFamily="34" charset="0"/>
              <a:buChar char="•"/>
            </a:pPr>
            <a:r>
              <a:rPr lang="en-US" sz="1500" dirty="0">
                <a:latin typeface="Cambria" panose="02040503050406030204" pitchFamily="18" charset="0"/>
                <a:ea typeface="Cambria" panose="02040503050406030204" pitchFamily="18" charset="0"/>
              </a:rPr>
              <a:t>The top 10 countries account for a significant portion of the total global population.</a:t>
            </a:r>
          </a:p>
          <a:p>
            <a:endParaRPr lang="en-IN" sz="1500" dirty="0">
              <a:latin typeface="Cambria" panose="02040503050406030204" pitchFamily="18" charset="0"/>
              <a:ea typeface="Cambria" panose="020405030504060302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txBox="1">
            <a:spLocks/>
          </p:cNvSpPr>
          <p:nvPr/>
        </p:nvSpPr>
        <p:spPr>
          <a:xfrm>
            <a:off x="2404639" y="1269028"/>
            <a:ext cx="4447800" cy="923400"/>
          </a:xfrm>
          <a:prstGeom prst="rect">
            <a:avLst/>
          </a:prstGeom>
          <a:noFill/>
          <a:ln w="0">
            <a:noFill/>
          </a:ln>
        </p:spPr>
        <p:txBody>
          <a:bodyPr lIns="91440" tIns="91440" rIns="91440" bIns="91440" anchor="t">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tabLst>
                <a:tab pos="0" algn="l"/>
              </a:tabLst>
            </a:pPr>
            <a:r>
              <a:rPr lang="en" sz="5000" spc="-1" dirty="0">
                <a:solidFill>
                  <a:schemeClr val="dk1"/>
                </a:solidFill>
                <a:latin typeface="Cambria" panose="02040503050406030204" pitchFamily="18" charset="0"/>
                <a:ea typeface="Cambria" panose="02040503050406030204" pitchFamily="18" charset="0"/>
              </a:rPr>
              <a:t>Thank you!</a:t>
            </a:r>
            <a:endParaRPr lang="fr-FR" sz="5000" spc="-1" dirty="0">
              <a:solidFill>
                <a:schemeClr val="dk1"/>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29FD51F3-E0E8-DBFA-3C45-D88CD935A65E}"/>
              </a:ext>
            </a:extLst>
          </p:cNvPr>
          <p:cNvSpPr txBox="1"/>
          <p:nvPr/>
        </p:nvSpPr>
        <p:spPr>
          <a:xfrm>
            <a:off x="2536581" y="2462608"/>
            <a:ext cx="4572000" cy="369332"/>
          </a:xfrm>
          <a:prstGeom prst="rect">
            <a:avLst/>
          </a:prstGeom>
          <a:noFill/>
        </p:spPr>
        <p:txBody>
          <a:bodyPr wrap="square">
            <a:spAutoFit/>
          </a:bodyPr>
          <a:lstStyle/>
          <a:p>
            <a:pPr indent="0" algn="ctr">
              <a:lnSpc>
                <a:spcPct val="100000"/>
              </a:lnSpc>
              <a:buNone/>
              <a:tabLst>
                <a:tab pos="0" algn="l"/>
              </a:tabLst>
            </a:pPr>
            <a:r>
              <a:rPr lang="en" sz="1800" b="1" strike="noStrike" spc="-1" dirty="0">
                <a:solidFill>
                  <a:schemeClr val="dk1"/>
                </a:solidFill>
                <a:latin typeface="Cambria" panose="02040503050406030204" pitchFamily="18" charset="0"/>
                <a:ea typeface="Cambria" panose="02040503050406030204" pitchFamily="18" charset="0"/>
              </a:rPr>
              <a:t>Do you have any questions?</a:t>
            </a:r>
            <a:endParaRPr lang="en-US" sz="1800" b="0" strike="noStrike" spc="-1" dirty="0">
              <a:solidFill>
                <a:srgbClr val="000000"/>
              </a:solidFill>
              <a:latin typeface="Cambria" panose="02040503050406030204" pitchFamily="18" charset="0"/>
              <a:ea typeface="Cambria" panose="02040503050406030204" pitchFamily="18" charset="0"/>
            </a:endParaRPr>
          </a:p>
        </p:txBody>
      </p:sp>
      <p:grpSp>
        <p:nvGrpSpPr>
          <p:cNvPr id="115" name="Google Shape;438;p47"/>
          <p:cNvGrpSpPr/>
          <p:nvPr/>
        </p:nvGrpSpPr>
        <p:grpSpPr>
          <a:xfrm>
            <a:off x="4868569" y="3019176"/>
            <a:ext cx="275760" cy="275760"/>
            <a:chOff x="4006440" y="3083400"/>
            <a:chExt cx="275760" cy="275760"/>
          </a:xfrm>
        </p:grpSpPr>
        <p:sp>
          <p:nvSpPr>
            <p:cNvPr id="116" name="Google Shape;439;p47"/>
            <p:cNvSpPr/>
            <p:nvPr/>
          </p:nvSpPr>
          <p:spPr>
            <a:xfrm>
              <a:off x="4006440" y="3083400"/>
              <a:ext cx="275760" cy="275760"/>
            </a:xfrm>
            <a:custGeom>
              <a:avLst/>
              <a:gdLst>
                <a:gd name="textAreaLeft" fmla="*/ 0 w 275760"/>
                <a:gd name="textAreaRight" fmla="*/ 276120 w 275760"/>
                <a:gd name="textAreaTop" fmla="*/ 0 h 275760"/>
                <a:gd name="textAreaBottom" fmla="*/ 276120 h 27576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7" name="Google Shape;440;p47"/>
            <p:cNvSpPr/>
            <p:nvPr/>
          </p:nvSpPr>
          <p:spPr>
            <a:xfrm>
              <a:off x="4070880" y="3148920"/>
              <a:ext cx="146880" cy="144000"/>
            </a:xfrm>
            <a:custGeom>
              <a:avLst/>
              <a:gdLst>
                <a:gd name="textAreaLeft" fmla="*/ 0 w 146880"/>
                <a:gd name="textAreaRight" fmla="*/ 147240 w 146880"/>
                <a:gd name="textAreaTop" fmla="*/ 0 h 144000"/>
                <a:gd name="textAreaBottom" fmla="*/ 144360 h 14400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2000" bIns="72000" anchor="ctr">
              <a:noAutofit/>
            </a:bodyPr>
            <a:lstStyle/>
            <a:p>
              <a:pPr defTabSz="914400">
                <a:lnSpc>
                  <a:spcPct val="100000"/>
                </a:lnSpc>
                <a:tabLst>
                  <a:tab pos="0" algn="l"/>
                </a:tabLst>
              </a:pPr>
              <a:endParaRPr lang="en-US" sz="1800" b="0" strike="noStrike" spc="-1">
                <a:solidFill>
                  <a:srgbClr val="FFFFFF"/>
                </a:solidFill>
                <a:latin typeface="OpenSymbol"/>
              </a:endParaRPr>
            </a:p>
          </p:txBody>
        </p:sp>
        <p:sp>
          <p:nvSpPr>
            <p:cNvPr id="118" name="Google Shape;441;p47"/>
            <p:cNvSpPr/>
            <p:nvPr/>
          </p:nvSpPr>
          <p:spPr>
            <a:xfrm>
              <a:off x="4200480" y="3119040"/>
              <a:ext cx="37440" cy="37080"/>
            </a:xfrm>
            <a:custGeom>
              <a:avLst/>
              <a:gdLst>
                <a:gd name="textAreaLeft" fmla="*/ 0 w 37440"/>
                <a:gd name="textAreaRight" fmla="*/ 37800 w 37440"/>
                <a:gd name="textAreaTop" fmla="*/ 0 h 37080"/>
                <a:gd name="textAreaBottom" fmla="*/ 37440 h 3708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strike="noStrike" spc="-1">
                <a:solidFill>
                  <a:srgbClr val="FFFFFF"/>
                </a:solidFill>
                <a:latin typeface="OpenSymbol"/>
              </a:endParaRPr>
            </a:p>
          </p:txBody>
        </p:sp>
      </p:grpSp>
      <p:sp>
        <p:nvSpPr>
          <p:cNvPr id="5" name="Flowchart: Connector 4">
            <a:extLst>
              <a:ext uri="{FF2B5EF4-FFF2-40B4-BE49-F238E27FC236}">
                <a16:creationId xmlns:a16="http://schemas.microsoft.com/office/drawing/2014/main" id="{01F3D863-3C18-6DC3-4DF9-7E22C1BC3F84}"/>
              </a:ext>
            </a:extLst>
          </p:cNvPr>
          <p:cNvSpPr/>
          <p:nvPr/>
        </p:nvSpPr>
        <p:spPr>
          <a:xfrm>
            <a:off x="3926267" y="3006180"/>
            <a:ext cx="338332" cy="325040"/>
          </a:xfrm>
          <a:prstGeom prst="flowChartConnector">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4" name="Picture 3">
            <a:hlinkClick r:id="rId2"/>
            <a:extLst>
              <a:ext uri="{FF2B5EF4-FFF2-40B4-BE49-F238E27FC236}">
                <a16:creationId xmlns:a16="http://schemas.microsoft.com/office/drawing/2014/main" id="{19800144-22CD-E8E8-B22D-19E3EB584E6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3915433" y="2979220"/>
            <a:ext cx="360000" cy="352000"/>
          </a:xfrm>
          <a:prstGeom prst="rect">
            <a:avLst/>
          </a:prstGeom>
        </p:spPr>
      </p:pic>
      <p:grpSp>
        <p:nvGrpSpPr>
          <p:cNvPr id="6" name="Google Shape;460;p48">
            <a:extLst>
              <a:ext uri="{FF2B5EF4-FFF2-40B4-BE49-F238E27FC236}">
                <a16:creationId xmlns:a16="http://schemas.microsoft.com/office/drawing/2014/main" id="{F217CB64-5A20-C2C6-8C54-8A4C3B7D2CC3}"/>
              </a:ext>
            </a:extLst>
          </p:cNvPr>
          <p:cNvGrpSpPr/>
          <p:nvPr/>
        </p:nvGrpSpPr>
        <p:grpSpPr>
          <a:xfrm>
            <a:off x="4392001" y="2970554"/>
            <a:ext cx="338332" cy="369332"/>
            <a:chOff x="4848120" y="3025800"/>
            <a:chExt cx="345600" cy="345240"/>
          </a:xfrm>
        </p:grpSpPr>
        <p:sp>
          <p:nvSpPr>
            <p:cNvPr id="7" name="Google Shape;461;p48">
              <a:extLst>
                <a:ext uri="{FF2B5EF4-FFF2-40B4-BE49-F238E27FC236}">
                  <a16:creationId xmlns:a16="http://schemas.microsoft.com/office/drawing/2014/main" id="{CAAD3428-C76F-78EA-8D40-AB0ADAD930BA}"/>
                </a:ext>
              </a:extLst>
            </p:cNvPr>
            <p:cNvSpPr/>
            <p:nvPr/>
          </p:nvSpPr>
          <p:spPr>
            <a:xfrm>
              <a:off x="4848120" y="302580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68580" bIns="68580" anchor="ctr">
              <a:noAutofit/>
            </a:bodyPr>
            <a:lstStyle/>
            <a:p>
              <a:pPr defTabSz="685800">
                <a:tabLst>
                  <a:tab pos="0" algn="l"/>
                </a:tabLst>
              </a:pPr>
              <a:endParaRPr lang="en-US" sz="1350" spc="-1">
                <a:solidFill>
                  <a:srgbClr val="FFFFFF"/>
                </a:solidFill>
                <a:latin typeface="OpenSymbol"/>
              </a:endParaRPr>
            </a:p>
          </p:txBody>
        </p:sp>
        <p:sp>
          <p:nvSpPr>
            <p:cNvPr id="8" name="Google Shape;462;p48">
              <a:extLst>
                <a:ext uri="{FF2B5EF4-FFF2-40B4-BE49-F238E27FC236}">
                  <a16:creationId xmlns:a16="http://schemas.microsoft.com/office/drawing/2014/main" id="{0FEA0067-6B91-40C3-7A81-FC0F780C7BA9}"/>
                </a:ext>
              </a:extLst>
            </p:cNvPr>
            <p:cNvSpPr/>
            <p:nvPr/>
          </p:nvSpPr>
          <p:spPr>
            <a:xfrm>
              <a:off x="4927680" y="3164400"/>
              <a:ext cx="47520" cy="120240"/>
            </a:xfrm>
            <a:custGeom>
              <a:avLst/>
              <a:gdLst>
                <a:gd name="textAreaLeft" fmla="*/ 0 w 47520"/>
                <a:gd name="textAreaRight" fmla="*/ 47880 w 47520"/>
                <a:gd name="textAreaTop" fmla="*/ 0 h 120240"/>
                <a:gd name="textAreaBottom" fmla="*/ 120600 h 12024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5090" bIns="45090" anchor="ctr">
              <a:noAutofit/>
            </a:bodyPr>
            <a:lstStyle/>
            <a:p>
              <a:pPr defTabSz="685800">
                <a:tabLst>
                  <a:tab pos="0" algn="l"/>
                </a:tabLst>
              </a:pPr>
              <a:endParaRPr lang="en-US" sz="1350" spc="-1">
                <a:solidFill>
                  <a:srgbClr val="FFFFFF"/>
                </a:solidFill>
                <a:latin typeface="OpenSymbol"/>
              </a:endParaRPr>
            </a:p>
          </p:txBody>
        </p:sp>
        <p:sp>
          <p:nvSpPr>
            <p:cNvPr id="9" name="Google Shape;463;p48">
              <a:extLst>
                <a:ext uri="{FF2B5EF4-FFF2-40B4-BE49-F238E27FC236}">
                  <a16:creationId xmlns:a16="http://schemas.microsoft.com/office/drawing/2014/main" id="{35FF185A-B5E8-2232-646D-1E4F8F40C593}"/>
                </a:ext>
              </a:extLst>
            </p:cNvPr>
            <p:cNvSpPr/>
            <p:nvPr/>
          </p:nvSpPr>
          <p:spPr>
            <a:xfrm>
              <a:off x="4920480" y="3098520"/>
              <a:ext cx="54720" cy="54720"/>
            </a:xfrm>
            <a:custGeom>
              <a:avLst/>
              <a:gdLst>
                <a:gd name="textAreaLeft" fmla="*/ 0 w 54720"/>
                <a:gd name="textAreaRight" fmla="*/ 55080 w 54720"/>
                <a:gd name="textAreaTop" fmla="*/ 0 h 54720"/>
                <a:gd name="textAreaBottom" fmla="*/ 55080 h 5472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685800">
                <a:tabLst>
                  <a:tab pos="0" algn="l"/>
                </a:tabLst>
              </a:pPr>
              <a:endParaRPr lang="en-US" sz="1350" spc="-1">
                <a:solidFill>
                  <a:srgbClr val="FFFFFF"/>
                </a:solidFill>
                <a:latin typeface="OpenSymbol"/>
              </a:endParaRPr>
            </a:p>
          </p:txBody>
        </p:sp>
        <p:sp>
          <p:nvSpPr>
            <p:cNvPr id="10" name="Google Shape;464;p48">
              <a:hlinkClick r:id="rId5"/>
              <a:extLst>
                <a:ext uri="{FF2B5EF4-FFF2-40B4-BE49-F238E27FC236}">
                  <a16:creationId xmlns:a16="http://schemas.microsoft.com/office/drawing/2014/main" id="{3E9795B0-B5AE-899D-E36F-64A682644F29}"/>
                </a:ext>
              </a:extLst>
            </p:cNvPr>
            <p:cNvSpPr/>
            <p:nvPr/>
          </p:nvSpPr>
          <p:spPr>
            <a:xfrm>
              <a:off x="5000760" y="3164400"/>
              <a:ext cx="127800" cy="120240"/>
            </a:xfrm>
            <a:custGeom>
              <a:avLst/>
              <a:gdLst>
                <a:gd name="textAreaLeft" fmla="*/ 0 w 127800"/>
                <a:gd name="textAreaRight" fmla="*/ 128160 w 127800"/>
                <a:gd name="textAreaTop" fmla="*/ 0 h 120240"/>
                <a:gd name="textAreaBottom" fmla="*/ 120600 h 12024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5090" bIns="45090" anchor="ctr">
              <a:noAutofit/>
            </a:bodyPr>
            <a:lstStyle/>
            <a:p>
              <a:pPr defTabSz="685800">
                <a:tabLst>
                  <a:tab pos="0" algn="l"/>
                </a:tabLst>
              </a:pPr>
              <a:endParaRPr lang="en-US" sz="1350" spc="-1">
                <a:solidFill>
                  <a:srgbClr val="FFFFFF"/>
                </a:solidFill>
                <a:latin typeface="OpenSymbol"/>
              </a:endParaRPr>
            </a:p>
          </p:txBody>
        </p:sp>
      </p:grpSp>
    </p:spTree>
    <p:extLst>
      <p:ext uri="{BB962C8B-B14F-4D97-AF65-F5344CB8AC3E}">
        <p14:creationId xmlns:p14="http://schemas.microsoft.com/office/powerpoint/2010/main" val="2365173182"/>
      </p:ext>
    </p:extLst>
  </p:cSld>
  <p:clrMapOvr>
    <a:masterClrMapping/>
  </p:clrMapOvr>
</p:sld>
</file>

<file path=ppt/theme/theme1.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Y2K Aesthetic Design Inspiration by Slidesgo">
  <a:themeElements>
    <a:clrScheme name="Simple Light">
      <a:dk1>
        <a:srgbClr val="191919"/>
      </a:dk1>
      <a:lt1>
        <a:srgbClr val="EFE0FF"/>
      </a:lt1>
      <a:dk2>
        <a:srgbClr val="7857C9"/>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88</TotalTime>
  <Words>465</Words>
  <Application>Microsoft Office PowerPoint</Application>
  <PresentationFormat>On-screen Show (16:9)</PresentationFormat>
  <Paragraphs>49</Paragraphs>
  <Slides>16</Slides>
  <Notes>1</Notes>
  <HiddenSlides>0</HiddenSlides>
  <MMClips>0</MMClips>
  <ScaleCrop>false</ScaleCrop>
  <HeadingPairs>
    <vt:vector size="6" baseType="variant">
      <vt:variant>
        <vt:lpstr>Fonts Used</vt:lpstr>
      </vt:variant>
      <vt:variant>
        <vt:i4>8</vt:i4>
      </vt:variant>
      <vt:variant>
        <vt:lpstr>Theme</vt:lpstr>
      </vt:variant>
      <vt:variant>
        <vt:i4>24</vt:i4>
      </vt:variant>
      <vt:variant>
        <vt:lpstr>Slide Titles</vt:lpstr>
      </vt:variant>
      <vt:variant>
        <vt:i4>16</vt:i4>
      </vt:variant>
    </vt:vector>
  </HeadingPairs>
  <TitlesOfParts>
    <vt:vector size="48" baseType="lpstr">
      <vt:lpstr>Arial</vt:lpstr>
      <vt:lpstr>Calibri</vt:lpstr>
      <vt:lpstr>Cambria</vt:lpstr>
      <vt:lpstr>Dela Gothic One</vt:lpstr>
      <vt:lpstr>OpenSymbol</vt:lpstr>
      <vt:lpstr>Symbol</vt:lpstr>
      <vt:lpstr>Times New Roman</vt:lpstr>
      <vt:lpstr>Wingdings</vt:lpstr>
      <vt:lpstr>Y2K Aesthetic Design Inspiration by Slidesgo</vt:lpstr>
      <vt:lpstr>Y2K Aesthetic Design Inspiration by Slidesgo</vt:lpstr>
      <vt:lpstr>Y2K Aesthetic Design Inspiration by Slidesgo</vt:lpstr>
      <vt:lpstr>Y2K Aesthetic Design Inspiration by Slidesgo</vt:lpstr>
      <vt:lpstr>Y2K Aesthetic Design Inspiration by Slidesgo</vt:lpstr>
      <vt:lpstr>Y2K Aesthetic Design Inspiration by Slidesgo</vt:lpstr>
      <vt:lpstr>Y2K Aesthetic Design Inspiration by Slidesgo</vt:lpstr>
      <vt:lpstr>Y2K Aesthetic Design Inspiration by Slidesgo</vt:lpstr>
      <vt:lpstr>Y2K Aesthetic Design Inspiration by Slidesgo</vt:lpstr>
      <vt:lpstr>Y2K Aesthetic Design Inspiration by Slidesgo</vt:lpstr>
      <vt:lpstr>Y2K Aesthetic Design Inspiration by Slidesgo</vt:lpstr>
      <vt:lpstr>Y2K Aesthetic Design Inspiration by Slidesgo</vt:lpstr>
      <vt:lpstr>Y2K Aesthetic Design Inspiration by Slidesgo</vt:lpstr>
      <vt:lpstr>Y2K Aesthetic Design Inspiration by Slidesgo</vt:lpstr>
      <vt:lpstr>Y2K Aesthetic Design Inspiration by Slidesgo</vt:lpstr>
      <vt:lpstr>Y2K Aesthetic Design Inspiration by Slidesgo</vt:lpstr>
      <vt:lpstr>Y2K Aesthetic Design Inspiration by Slidesgo</vt:lpstr>
      <vt:lpstr>Y2K Aesthetic Design Inspiration by Slidesgo</vt:lpstr>
      <vt:lpstr>Y2K Aesthetic Design Inspiration by Slidesgo</vt:lpstr>
      <vt:lpstr>Y2K Aesthetic Design Inspiration by Slidesgo</vt:lpstr>
      <vt:lpstr>Y2K Aesthetic Design Inspiration by Slidesgo</vt:lpstr>
      <vt:lpstr>Y2K Aesthetic Design Inspiration by Slidesgo</vt:lpstr>
      <vt:lpstr>Slidesgo Final Pages</vt:lpstr>
      <vt:lpstr>Slidesgo Final Pages</vt:lpstr>
      <vt:lpstr>World Population Analysis</vt:lpstr>
      <vt:lpstr>Problem Statement</vt:lpstr>
      <vt:lpstr>Technologies Used</vt:lpstr>
      <vt:lpstr>Data Cleaning</vt:lpstr>
      <vt:lpstr>PowerPoint Presentation</vt:lpstr>
      <vt:lpstr>PowerPoint Presentation</vt:lpstr>
      <vt:lpstr>PowerPoint Presentation</vt:lpstr>
      <vt:lpstr>Data Visualization</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shaik mohammed zaid</cp:lastModifiedBy>
  <cp:revision>1</cp:revision>
  <dcterms:modified xsi:type="dcterms:W3CDTF">2025-04-30T07:25:59Z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2025-04-30T05:57:19Z</dcterms:created>
  <dc:creator>Unknown Creator</dc:creator>
  <dc:description/>
  <dc:language>en-US</dc:language>
  <cp:lastModifiedBy>Unknown Creator</cp:lastModifiedBy>
  <dcterms:modified xsi:type="dcterms:W3CDTF">2025-04-30T05:57:19Z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